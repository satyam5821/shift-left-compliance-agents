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329" r:id="rId5"/>
    <p:sldId id="321" r:id="rId6"/>
    <p:sldId id="322" r:id="rId7"/>
    <p:sldId id="323" r:id="rId8"/>
    <p:sldId id="344" r:id="rId9"/>
    <p:sldId id="345" r:id="rId10"/>
    <p:sldId id="334" r:id="rId11"/>
    <p:sldId id="332" r:id="rId12"/>
    <p:sldId id="335" r:id="rId13"/>
    <p:sldId id="336" r:id="rId14"/>
    <p:sldId id="337" r:id="rId15"/>
    <p:sldId id="343" r:id="rId16"/>
    <p:sldId id="338" r:id="rId17"/>
    <p:sldId id="339" r:id="rId18"/>
    <p:sldId id="340" r:id="rId19"/>
    <p:sldId id="341" r:id="rId20"/>
    <p:sldId id="34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B53E98-5015-B0D3-BCD4-36326A986727}" v="1" dt="2026-04-21T10:57:50.324"/>
    <p1510:client id="{85EE52F2-BB2D-44E8-DDF8-54063A4722D0}" v="503" dt="2026-04-22T09:28:15.483"/>
    <p1510:client id="{97D5D62F-CDF7-C26B-368E-65BE86E02592}" v="435" dt="2026-04-20T11:28:56.1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m Laheri" userId="S::satyam.laheri@mphasis.com::77c7eb8f-3276-48e6-b78a-c6d2485ae252" providerId="AD" clId="Web-{A4F928CF-BAC1-1B3C-7294-52C5162D6E4B}"/>
    <pc:docChg chg="addSld sldOrd">
      <pc:chgData name="Satyam Laheri" userId="S::satyam.laheri@mphasis.com::77c7eb8f-3276-48e6-b78a-c6d2485ae252" providerId="AD" clId="Web-{A4F928CF-BAC1-1B3C-7294-52C5162D6E4B}" dt="2026-03-26T09:03:24.900" v="1"/>
      <pc:docMkLst>
        <pc:docMk/>
      </pc:docMkLst>
      <pc:sldChg chg="add ord">
        <pc:chgData name="Satyam Laheri" userId="S::satyam.laheri@mphasis.com::77c7eb8f-3276-48e6-b78a-c6d2485ae252" providerId="AD" clId="Web-{A4F928CF-BAC1-1B3C-7294-52C5162D6E4B}" dt="2026-03-26T09:03:24.900" v="1"/>
        <pc:sldMkLst>
          <pc:docMk/>
          <pc:sldMk cId="2592590284" sldId="323"/>
        </pc:sldMkLst>
      </pc:sldChg>
    </pc:docChg>
  </pc:docChgLst>
  <pc:docChgLst>
    <pc:chgData name="Mirnal Singh" userId="S::mirnal.singh@mphasis.com::20432424-89ca-4e36-b505-24511e7f2f24" providerId="AD" clId="Web-{60A913E0-70BC-BEFF-26EB-81026CFFE5D7}"/>
    <pc:docChg chg="addSld modSld">
      <pc:chgData name="Mirnal Singh" userId="S::mirnal.singh@mphasis.com::20432424-89ca-4e36-b505-24511e7f2f24" providerId="AD" clId="Web-{60A913E0-70BC-BEFF-26EB-81026CFFE5D7}" dt="2026-03-31T05:12:11.846" v="79" actId="20577"/>
      <pc:docMkLst>
        <pc:docMk/>
      </pc:docMkLst>
    </pc:docChg>
  </pc:docChgLst>
  <pc:docChgLst>
    <pc:chgData name="Mirnal Singh" userId="S::mirnal.singh@mphasis.com::20432424-89ca-4e36-b505-24511e7f2f24" providerId="AD" clId="Web-{F6DC7BB9-F9D1-3032-AFDD-FCB9600B1D1C}"/>
    <pc:docChg chg="modSld">
      <pc:chgData name="Mirnal Singh" userId="S::mirnal.singh@mphasis.com::20432424-89ca-4e36-b505-24511e7f2f24" providerId="AD" clId="Web-{F6DC7BB9-F9D1-3032-AFDD-FCB9600B1D1C}" dt="2026-03-30T10:49:26.833" v="12" actId="20577"/>
      <pc:docMkLst>
        <pc:docMk/>
      </pc:docMkLst>
      <pc:sldChg chg="modSp">
        <pc:chgData name="Mirnal Singh" userId="S::mirnal.singh@mphasis.com::20432424-89ca-4e36-b505-24511e7f2f24" providerId="AD" clId="Web-{F6DC7BB9-F9D1-3032-AFDD-FCB9600B1D1C}" dt="2026-03-30T10:49:26.833" v="12" actId="20577"/>
        <pc:sldMkLst>
          <pc:docMk/>
          <pc:sldMk cId="499607850" sldId="329"/>
        </pc:sldMkLst>
        <pc:spChg chg="mod">
          <ac:chgData name="Mirnal Singh" userId="S::mirnal.singh@mphasis.com::20432424-89ca-4e36-b505-24511e7f2f24" providerId="AD" clId="Web-{F6DC7BB9-F9D1-3032-AFDD-FCB9600B1D1C}" dt="2026-03-30T10:49:26.833" v="12" actId="20577"/>
          <ac:spMkLst>
            <pc:docMk/>
            <pc:sldMk cId="499607850" sldId="329"/>
            <ac:spMk id="4" creationId="{274DEC99-748F-40B4-B9C5-27A21B481953}"/>
          </ac:spMkLst>
        </pc:spChg>
      </pc:sldChg>
    </pc:docChg>
  </pc:docChgLst>
  <pc:docChgLst>
    <pc:chgData name="Satyam Laheri" userId="S::satyam.laheri@mphasis.com::77c7eb8f-3276-48e6-b78a-c6d2485ae252" providerId="AD" clId="Web-{47B53E98-5015-B0D3-BCD4-36326A986727}"/>
    <pc:docChg chg="delSld">
      <pc:chgData name="Satyam Laheri" userId="S::satyam.laheri@mphasis.com::77c7eb8f-3276-48e6-b78a-c6d2485ae252" providerId="AD" clId="Web-{47B53E98-5015-B0D3-BCD4-36326A986727}" dt="2026-04-21T10:57:50.324" v="0"/>
      <pc:docMkLst>
        <pc:docMk/>
      </pc:docMkLst>
      <pc:sldChg chg="del">
        <pc:chgData name="Satyam Laheri" userId="S::satyam.laheri@mphasis.com::77c7eb8f-3276-48e6-b78a-c6d2485ae252" providerId="AD" clId="Web-{47B53E98-5015-B0D3-BCD4-36326A986727}" dt="2026-04-21T10:57:50.324" v="0"/>
        <pc:sldMkLst>
          <pc:docMk/>
          <pc:sldMk cId="2577455629" sldId="330"/>
        </pc:sldMkLst>
      </pc:sldChg>
    </pc:docChg>
  </pc:docChgLst>
  <pc:docChgLst>
    <pc:chgData name="Mirnal Singh" userId="S::mirnal.singh@mphasis.com::20432424-89ca-4e36-b505-24511e7f2f24" providerId="AD" clId="Web-{97D5D62F-CDF7-C26B-368E-65BE86E02592}"/>
    <pc:docChg chg="addSld delSld modSld">
      <pc:chgData name="Mirnal Singh" userId="S::mirnal.singh@mphasis.com::20432424-89ca-4e36-b505-24511e7f2f24" providerId="AD" clId="Web-{97D5D62F-CDF7-C26B-368E-65BE86E02592}" dt="2026-04-20T11:28:55.387" v="288" actId="20577"/>
      <pc:docMkLst>
        <pc:docMk/>
      </pc:docMkLst>
      <pc:sldChg chg="addSp delSp modSp">
        <pc:chgData name="Mirnal Singh" userId="S::mirnal.singh@mphasis.com::20432424-89ca-4e36-b505-24511e7f2f24" providerId="AD" clId="Web-{97D5D62F-CDF7-C26B-368E-65BE86E02592}" dt="2026-04-20T10:44:09.500" v="17" actId="20577"/>
        <pc:sldMkLst>
          <pc:docMk/>
          <pc:sldMk cId="2592590284" sldId="323"/>
        </pc:sldMkLst>
        <pc:spChg chg="mod">
          <ac:chgData name="Mirnal Singh" userId="S::mirnal.singh@mphasis.com::20432424-89ca-4e36-b505-24511e7f2f24" providerId="AD" clId="Web-{97D5D62F-CDF7-C26B-368E-65BE86E02592}" dt="2026-04-20T10:44:09.500" v="17" actId="20577"/>
          <ac:spMkLst>
            <pc:docMk/>
            <pc:sldMk cId="2592590284" sldId="323"/>
            <ac:spMk id="5" creationId="{E474DA12-ADCB-3E89-64CE-ACDFE9669C96}"/>
          </ac:spMkLst>
        </pc:spChg>
        <pc:spChg chg="mod">
          <ac:chgData name="Mirnal Singh" userId="S::mirnal.singh@mphasis.com::20432424-89ca-4e36-b505-24511e7f2f24" providerId="AD" clId="Web-{97D5D62F-CDF7-C26B-368E-65BE86E02592}" dt="2026-04-20T10:44:01.781" v="15" actId="20577"/>
          <ac:spMkLst>
            <pc:docMk/>
            <pc:sldMk cId="2592590284" sldId="323"/>
            <ac:spMk id="6" creationId="{859E22CD-4B8B-2370-0880-2F3594DA1C77}"/>
          </ac:spMkLst>
        </pc:spChg>
        <pc:spChg chg="mod">
          <ac:chgData name="Mirnal Singh" userId="S::mirnal.singh@mphasis.com::20432424-89ca-4e36-b505-24511e7f2f24" providerId="AD" clId="Web-{97D5D62F-CDF7-C26B-368E-65BE86E02592}" dt="2026-04-20T10:43:59.031" v="13" actId="20577"/>
          <ac:spMkLst>
            <pc:docMk/>
            <pc:sldMk cId="2592590284" sldId="323"/>
            <ac:spMk id="7" creationId="{9A83792D-050F-E7BD-EC56-B240DDCD4699}"/>
          </ac:spMkLst>
        </pc:spChg>
        <pc:spChg chg="mod">
          <ac:chgData name="Mirnal Singh" userId="S::mirnal.singh@mphasis.com::20432424-89ca-4e36-b505-24511e7f2f24" providerId="AD" clId="Web-{97D5D62F-CDF7-C26B-368E-65BE86E02592}" dt="2026-04-20T10:43:39.078" v="9" actId="20577"/>
          <ac:spMkLst>
            <pc:docMk/>
            <pc:sldMk cId="2592590284" sldId="323"/>
            <ac:spMk id="8" creationId="{1815DD04-424F-324F-CE85-4527E70BC20D}"/>
          </ac:spMkLst>
        </pc:spChg>
        <pc:picChg chg="add mod">
          <ac:chgData name="Mirnal Singh" userId="S::mirnal.singh@mphasis.com::20432424-89ca-4e36-b505-24511e7f2f24" providerId="AD" clId="Web-{97D5D62F-CDF7-C26B-368E-65BE86E02592}" dt="2026-04-20T10:43:06.360" v="1" actId="1076"/>
          <ac:picMkLst>
            <pc:docMk/>
            <pc:sldMk cId="2592590284" sldId="323"/>
            <ac:picMk id="10" creationId="{D3DA5BDF-523C-F953-1D9F-9A21C18E8E04}"/>
          </ac:picMkLst>
        </pc:picChg>
        <pc:picChg chg="add mod">
          <ac:chgData name="Mirnal Singh" userId="S::mirnal.singh@mphasis.com::20432424-89ca-4e36-b505-24511e7f2f24" providerId="AD" clId="Web-{97D5D62F-CDF7-C26B-368E-65BE86E02592}" dt="2026-04-20T10:43:19.453" v="4" actId="1076"/>
          <ac:picMkLst>
            <pc:docMk/>
            <pc:sldMk cId="2592590284" sldId="323"/>
            <ac:picMk id="15" creationId="{10FE8070-299C-0E45-A838-D4190E67863D}"/>
          </ac:picMkLst>
        </pc:picChg>
      </pc:sldChg>
      <pc:sldChg chg="modSp">
        <pc:chgData name="Mirnal Singh" userId="S::mirnal.singh@mphasis.com::20432424-89ca-4e36-b505-24511e7f2f24" providerId="AD" clId="Web-{97D5D62F-CDF7-C26B-368E-65BE86E02592}" dt="2026-04-20T11:26:34.341" v="286" actId="1076"/>
        <pc:sldMkLst>
          <pc:docMk/>
          <pc:sldMk cId="3093686860" sldId="334"/>
        </pc:sldMkLst>
      </pc:sldChg>
      <pc:sldChg chg="modSp">
        <pc:chgData name="Mirnal Singh" userId="S::mirnal.singh@mphasis.com::20432424-89ca-4e36-b505-24511e7f2f24" providerId="AD" clId="Web-{97D5D62F-CDF7-C26B-368E-65BE86E02592}" dt="2026-04-20T11:16:36.454" v="236" actId="20577"/>
        <pc:sldMkLst>
          <pc:docMk/>
          <pc:sldMk cId="3924462474" sldId="335"/>
        </pc:sldMkLst>
      </pc:sldChg>
      <pc:sldChg chg="modSp">
        <pc:chgData name="Mirnal Singh" userId="S::mirnal.singh@mphasis.com::20432424-89ca-4e36-b505-24511e7f2f24" providerId="AD" clId="Web-{97D5D62F-CDF7-C26B-368E-65BE86E02592}" dt="2026-04-20T11:19:00.828" v="260" actId="20577"/>
        <pc:sldMkLst>
          <pc:docMk/>
          <pc:sldMk cId="3070622826" sldId="336"/>
        </pc:sldMkLst>
      </pc:sldChg>
      <pc:sldChg chg="addSp modSp">
        <pc:chgData name="Mirnal Singh" userId="S::mirnal.singh@mphasis.com::20432424-89ca-4e36-b505-24511e7f2f24" providerId="AD" clId="Web-{97D5D62F-CDF7-C26B-368E-65BE86E02592}" dt="2026-04-20T11:22:27.624" v="270" actId="20577"/>
        <pc:sldMkLst>
          <pc:docMk/>
          <pc:sldMk cId="2013608194" sldId="337"/>
        </pc:sldMkLst>
      </pc:sldChg>
      <pc:sldChg chg="addSp modSp">
        <pc:chgData name="Mirnal Singh" userId="S::mirnal.singh@mphasis.com::20432424-89ca-4e36-b505-24511e7f2f24" providerId="AD" clId="Web-{97D5D62F-CDF7-C26B-368E-65BE86E02592}" dt="2026-04-20T11:26:27.060" v="285" actId="1076"/>
        <pc:sldMkLst>
          <pc:docMk/>
          <pc:sldMk cId="2520201551" sldId="338"/>
        </pc:sldMkLst>
      </pc:sldChg>
      <pc:sldChg chg="addSp modSp">
        <pc:chgData name="Mirnal Singh" userId="S::mirnal.singh@mphasis.com::20432424-89ca-4e36-b505-24511e7f2f24" providerId="AD" clId="Web-{97D5D62F-CDF7-C26B-368E-65BE86E02592}" dt="2026-04-20T11:06:45.298" v="146" actId="20577"/>
        <pc:sldMkLst>
          <pc:docMk/>
          <pc:sldMk cId="1649121842" sldId="339"/>
        </pc:sldMkLst>
      </pc:sldChg>
      <pc:sldChg chg="addSp modSp">
        <pc:chgData name="Mirnal Singh" userId="S::mirnal.singh@mphasis.com::20432424-89ca-4e36-b505-24511e7f2f24" providerId="AD" clId="Web-{97D5D62F-CDF7-C26B-368E-65BE86E02592}" dt="2026-04-20T11:09:04.439" v="166" actId="20577"/>
        <pc:sldMkLst>
          <pc:docMk/>
          <pc:sldMk cId="2773056882" sldId="340"/>
        </pc:sldMkLst>
      </pc:sldChg>
      <pc:sldChg chg="addSp modSp">
        <pc:chgData name="Mirnal Singh" userId="S::mirnal.singh@mphasis.com::20432424-89ca-4e36-b505-24511e7f2f24" providerId="AD" clId="Web-{97D5D62F-CDF7-C26B-368E-65BE86E02592}" dt="2026-04-20T11:28:55.387" v="288" actId="20577"/>
        <pc:sldMkLst>
          <pc:docMk/>
          <pc:sldMk cId="189059166" sldId="341"/>
        </pc:sldMkLst>
      </pc:sldChg>
      <pc:sldChg chg="modSp add replId">
        <pc:chgData name="Mirnal Singh" userId="S::mirnal.singh@mphasis.com::20432424-89ca-4e36-b505-24511e7f2f24" providerId="AD" clId="Web-{97D5D62F-CDF7-C26B-368E-65BE86E02592}" dt="2026-04-20T11:23:32.827" v="281" actId="1076"/>
        <pc:sldMkLst>
          <pc:docMk/>
          <pc:sldMk cId="1056670231" sldId="343"/>
        </pc:sldMkLst>
      </pc:sldChg>
    </pc:docChg>
  </pc:docChgLst>
  <pc:docChgLst>
    <pc:chgData name="Mirnal Singh" userId="S::mirnal.singh@mphasis.com::20432424-89ca-4e36-b505-24511e7f2f24" providerId="AD" clId="Web-{3A90C6F5-BA3D-A173-BDC0-5AD0016273B7}"/>
    <pc:docChg chg="addSld delSld modSld">
      <pc:chgData name="Mirnal Singh" userId="S::mirnal.singh@mphasis.com::20432424-89ca-4e36-b505-24511e7f2f24" providerId="AD" clId="Web-{3A90C6F5-BA3D-A173-BDC0-5AD0016273B7}" dt="2026-03-30T05:50:49.029" v="93" actId="1076"/>
      <pc:docMkLst>
        <pc:docMk/>
      </pc:docMkLst>
      <pc:sldChg chg="addSp delSp modSp add">
        <pc:chgData name="Mirnal Singh" userId="S::mirnal.singh@mphasis.com::20432424-89ca-4e36-b505-24511e7f2f24" providerId="AD" clId="Web-{3A90C6F5-BA3D-A173-BDC0-5AD0016273B7}" dt="2026-03-30T05:50:49.029" v="93" actId="1076"/>
        <pc:sldMkLst>
          <pc:docMk/>
          <pc:sldMk cId="499607850" sldId="329"/>
        </pc:sldMkLst>
        <pc:spChg chg="mod">
          <ac:chgData name="Mirnal Singh" userId="S::mirnal.singh@mphasis.com::20432424-89ca-4e36-b505-24511e7f2f24" providerId="AD" clId="Web-{3A90C6F5-BA3D-A173-BDC0-5AD0016273B7}" dt="2026-03-30T05:34:28.493" v="15" actId="20577"/>
          <ac:spMkLst>
            <pc:docMk/>
            <pc:sldMk cId="499607850" sldId="329"/>
            <ac:spMk id="2" creationId="{051D0CB7-1EFF-7F64-6E25-7E6BE8C525C8}"/>
          </ac:spMkLst>
        </pc:spChg>
        <pc:spChg chg="mod">
          <ac:chgData name="Mirnal Singh" userId="S::mirnal.singh@mphasis.com::20432424-89ca-4e36-b505-24511e7f2f24" providerId="AD" clId="Web-{3A90C6F5-BA3D-A173-BDC0-5AD0016273B7}" dt="2026-03-30T05:35:41.090" v="26" actId="20577"/>
          <ac:spMkLst>
            <pc:docMk/>
            <pc:sldMk cId="499607850" sldId="329"/>
            <ac:spMk id="4" creationId="{274DEC99-748F-40B4-B9C5-27A21B481953}"/>
          </ac:spMkLst>
        </pc:spChg>
        <pc:spChg chg="mod">
          <ac:chgData name="Mirnal Singh" userId="S::mirnal.singh@mphasis.com::20432424-89ca-4e36-b505-24511e7f2f24" providerId="AD" clId="Web-{3A90C6F5-BA3D-A173-BDC0-5AD0016273B7}" dt="2026-03-30T05:46:00.641" v="51" actId="1076"/>
          <ac:spMkLst>
            <pc:docMk/>
            <pc:sldMk cId="499607850" sldId="329"/>
            <ac:spMk id="7" creationId="{67B7DD1E-D953-1339-B467-F06C2B2E9D31}"/>
          </ac:spMkLst>
        </pc:spChg>
        <pc:spChg chg="mod">
          <ac:chgData name="Mirnal Singh" userId="S::mirnal.singh@mphasis.com::20432424-89ca-4e36-b505-24511e7f2f24" providerId="AD" clId="Web-{3A90C6F5-BA3D-A173-BDC0-5AD0016273B7}" dt="2026-03-30T05:45:55.656" v="50" actId="1076"/>
          <ac:spMkLst>
            <pc:docMk/>
            <pc:sldMk cId="499607850" sldId="329"/>
            <ac:spMk id="8" creationId="{2089C652-E1CC-5190-0E74-2A29EC839834}"/>
          </ac:spMkLst>
        </pc:spChg>
        <pc:spChg chg="mod">
          <ac:chgData name="Mirnal Singh" userId="S::mirnal.singh@mphasis.com::20432424-89ca-4e36-b505-24511e7f2f24" providerId="AD" clId="Web-{3A90C6F5-BA3D-A173-BDC0-5AD0016273B7}" dt="2026-03-30T05:46:07.813" v="53" actId="1076"/>
          <ac:spMkLst>
            <pc:docMk/>
            <pc:sldMk cId="499607850" sldId="329"/>
            <ac:spMk id="9" creationId="{760D388E-F95F-A24A-ABDD-3007F26929E2}"/>
          </ac:spMkLst>
        </pc:spChg>
        <pc:spChg chg="add mod">
          <ac:chgData name="Mirnal Singh" userId="S::mirnal.singh@mphasis.com::20432424-89ca-4e36-b505-24511e7f2f24" providerId="AD" clId="Web-{3A90C6F5-BA3D-A173-BDC0-5AD0016273B7}" dt="2026-03-30T05:47:43.192" v="69" actId="1076"/>
          <ac:spMkLst>
            <pc:docMk/>
            <pc:sldMk cId="499607850" sldId="329"/>
            <ac:spMk id="10" creationId="{1DD8B803-D357-4404-5706-6E9F417F7AB1}"/>
          </ac:spMkLst>
        </pc:spChg>
        <pc:spChg chg="add mod">
          <ac:chgData name="Mirnal Singh" userId="S::mirnal.singh@mphasis.com::20432424-89ca-4e36-b505-24511e7f2f24" providerId="AD" clId="Web-{3A90C6F5-BA3D-A173-BDC0-5AD0016273B7}" dt="2026-03-30T05:48:11.649" v="83" actId="20577"/>
          <ac:spMkLst>
            <pc:docMk/>
            <pc:sldMk cId="499607850" sldId="329"/>
            <ac:spMk id="11" creationId="{086782E1-17C3-C82E-CC56-459FE1F602C0}"/>
          </ac:spMkLst>
        </pc:spChg>
        <pc:picChg chg="add mod modCrop">
          <ac:chgData name="Mirnal Singh" userId="S::mirnal.singh@mphasis.com::20432424-89ca-4e36-b505-24511e7f2f24" providerId="AD" clId="Web-{3A90C6F5-BA3D-A173-BDC0-5AD0016273B7}" dt="2026-03-30T05:46:14.704" v="54" actId="1076"/>
          <ac:picMkLst>
            <pc:docMk/>
            <pc:sldMk cId="499607850" sldId="329"/>
            <ac:picMk id="3" creationId="{7B12AF9E-DFE3-947E-C2C5-18973A999A6D}"/>
          </ac:picMkLst>
        </pc:picChg>
        <pc:picChg chg="add mod modCrop">
          <ac:chgData name="Mirnal Singh" userId="S::mirnal.singh@mphasis.com::20432424-89ca-4e36-b505-24511e7f2f24" providerId="AD" clId="Web-{3A90C6F5-BA3D-A173-BDC0-5AD0016273B7}" dt="2026-03-30T05:50:49.029" v="93" actId="1076"/>
          <ac:picMkLst>
            <pc:docMk/>
            <pc:sldMk cId="499607850" sldId="329"/>
            <ac:picMk id="12" creationId="{026EDB70-4065-6367-444E-1E3CC088F080}"/>
          </ac:picMkLst>
        </pc:picChg>
      </pc:sldChg>
    </pc:docChg>
  </pc:docChgLst>
  <pc:docChgLst>
    <pc:chgData name="Mirnal Singh" userId="S::mirnal.singh@mphasis.com::20432424-89ca-4e36-b505-24511e7f2f24" providerId="AD" clId="Web-{3494B669-6E28-F33A-39AF-133EF5C46DFE}"/>
    <pc:docChg chg="addSld delSld modSld">
      <pc:chgData name="Mirnal Singh" userId="S::mirnal.singh@mphasis.com::20432424-89ca-4e36-b505-24511e7f2f24" providerId="AD" clId="Web-{3494B669-6E28-F33A-39AF-133EF5C46DFE}" dt="2026-04-14T16:21:24.442" v="56"/>
      <pc:docMkLst>
        <pc:docMk/>
      </pc:docMkLst>
      <pc:sldChg chg="addSp modSp">
        <pc:chgData name="Mirnal Singh" userId="S::mirnal.singh@mphasis.com::20432424-89ca-4e36-b505-24511e7f2f24" providerId="AD" clId="Web-{3494B669-6E28-F33A-39AF-133EF5C46DFE}" dt="2026-04-14T16:15:02.980" v="12" actId="1076"/>
        <pc:sldMkLst>
          <pc:docMk/>
          <pc:sldMk cId="3020768860" sldId="322"/>
        </pc:sldMkLst>
        <pc:picChg chg="add mod">
          <ac:chgData name="Mirnal Singh" userId="S::mirnal.singh@mphasis.com::20432424-89ca-4e36-b505-24511e7f2f24" providerId="AD" clId="Web-{3494B669-6E28-F33A-39AF-133EF5C46DFE}" dt="2026-04-14T16:14:33.164" v="4" actId="1076"/>
          <ac:picMkLst>
            <pc:docMk/>
            <pc:sldMk cId="3020768860" sldId="322"/>
            <ac:picMk id="9" creationId="{4B71D2D8-5C89-BDC4-B12C-99BC406871F9}"/>
          </ac:picMkLst>
        </pc:picChg>
        <pc:picChg chg="add mod">
          <ac:chgData name="Mirnal Singh" userId="S::mirnal.singh@mphasis.com::20432424-89ca-4e36-b505-24511e7f2f24" providerId="AD" clId="Web-{3494B669-6E28-F33A-39AF-133EF5C46DFE}" dt="2026-04-14T16:14:50.604" v="8" actId="1076"/>
          <ac:picMkLst>
            <pc:docMk/>
            <pc:sldMk cId="3020768860" sldId="322"/>
            <ac:picMk id="10" creationId="{7E22886D-3BC4-369D-9042-7997F47D425B}"/>
          </ac:picMkLst>
        </pc:picChg>
        <pc:picChg chg="add mod">
          <ac:chgData name="Mirnal Singh" userId="S::mirnal.singh@mphasis.com::20432424-89ca-4e36-b505-24511e7f2f24" providerId="AD" clId="Web-{3494B669-6E28-F33A-39AF-133EF5C46DFE}" dt="2026-04-14T16:14:47.182" v="7" actId="1076"/>
          <ac:picMkLst>
            <pc:docMk/>
            <pc:sldMk cId="3020768860" sldId="322"/>
            <ac:picMk id="12" creationId="{91F9D29D-4E3B-AE7E-3A10-4628281E20EB}"/>
          </ac:picMkLst>
        </pc:picChg>
        <pc:picChg chg="add mod">
          <ac:chgData name="Mirnal Singh" userId="S::mirnal.singh@mphasis.com::20432424-89ca-4e36-b505-24511e7f2f24" providerId="AD" clId="Web-{3494B669-6E28-F33A-39AF-133EF5C46DFE}" dt="2026-04-14T16:14:58.511" v="10" actId="1076"/>
          <ac:picMkLst>
            <pc:docMk/>
            <pc:sldMk cId="3020768860" sldId="322"/>
            <ac:picMk id="13" creationId="{D8F081D8-BFB1-D667-0730-16F95B3EDD60}"/>
          </ac:picMkLst>
        </pc:picChg>
        <pc:picChg chg="add mod">
          <ac:chgData name="Mirnal Singh" userId="S::mirnal.singh@mphasis.com::20432424-89ca-4e36-b505-24511e7f2f24" providerId="AD" clId="Web-{3494B669-6E28-F33A-39AF-133EF5C46DFE}" dt="2026-04-14T16:15:02.980" v="12" actId="1076"/>
          <ac:picMkLst>
            <pc:docMk/>
            <pc:sldMk cId="3020768860" sldId="322"/>
            <ac:picMk id="14" creationId="{71832540-E7F3-65A6-FF4B-D51717FA2825}"/>
          </ac:picMkLst>
        </pc:picChg>
      </pc:sldChg>
      <pc:sldChg chg="addSp modSp">
        <pc:chgData name="Mirnal Singh" userId="S::mirnal.singh@mphasis.com::20432424-89ca-4e36-b505-24511e7f2f24" providerId="AD" clId="Web-{3494B669-6E28-F33A-39AF-133EF5C46DFE}" dt="2026-04-14T16:16:19.128" v="19" actId="1076"/>
        <pc:sldMkLst>
          <pc:docMk/>
          <pc:sldMk cId="2592590284" sldId="323"/>
        </pc:sldMkLst>
        <pc:spChg chg="mod">
          <ac:chgData name="Mirnal Singh" userId="S::mirnal.singh@mphasis.com::20432424-89ca-4e36-b505-24511e7f2f24" providerId="AD" clId="Web-{3494B669-6E28-F33A-39AF-133EF5C46DFE}" dt="2026-04-14T16:15:59.314" v="16" actId="1076"/>
          <ac:spMkLst>
            <pc:docMk/>
            <pc:sldMk cId="2592590284" sldId="323"/>
            <ac:spMk id="3" creationId="{ABA8777C-8AA1-ADD7-30E9-010E00579724}"/>
          </ac:spMkLst>
        </pc:spChg>
        <pc:picChg chg="add mod">
          <ac:chgData name="Mirnal Singh" userId="S::mirnal.singh@mphasis.com::20432424-89ca-4e36-b505-24511e7f2f24" providerId="AD" clId="Web-{3494B669-6E28-F33A-39AF-133EF5C46DFE}" dt="2026-04-14T16:15:35.093" v="14" actId="1076"/>
          <ac:picMkLst>
            <pc:docMk/>
            <pc:sldMk cId="2592590284" sldId="323"/>
            <ac:picMk id="11" creationId="{CA3F90CB-561C-EB64-8AA1-10B81300872A}"/>
          </ac:picMkLst>
        </pc:picChg>
        <pc:picChg chg="add mod">
          <ac:chgData name="Mirnal Singh" userId="S::mirnal.singh@mphasis.com::20432424-89ca-4e36-b505-24511e7f2f24" providerId="AD" clId="Web-{3494B669-6E28-F33A-39AF-133EF5C46DFE}" dt="2026-04-14T16:16:19.128" v="19" actId="1076"/>
          <ac:picMkLst>
            <pc:docMk/>
            <pc:sldMk cId="2592590284" sldId="323"/>
            <ac:picMk id="13" creationId="{2C5CA030-D5FC-1F0C-1011-0F5EF39E4B24}"/>
          </ac:picMkLst>
        </pc:picChg>
      </pc:sldChg>
      <pc:sldChg chg="addSp">
        <pc:chgData name="Mirnal Singh" userId="S::mirnal.singh@mphasis.com::20432424-89ca-4e36-b505-24511e7f2f24" providerId="AD" clId="Web-{3494B669-6E28-F33A-39AF-133EF5C46DFE}" dt="2026-04-14T16:16:55.006" v="20"/>
        <pc:sldMkLst>
          <pc:docMk/>
          <pc:sldMk cId="3924462474" sldId="335"/>
        </pc:sldMkLst>
        <pc:spChg chg="add">
          <ac:chgData name="Mirnal Singh" userId="S::mirnal.singh@mphasis.com::20432424-89ca-4e36-b505-24511e7f2f24" providerId="AD" clId="Web-{3494B669-6E28-F33A-39AF-133EF5C46DFE}" dt="2026-04-14T16:16:55.006" v="20"/>
          <ac:spMkLst>
            <pc:docMk/>
            <pc:sldMk cId="3924462474" sldId="335"/>
            <ac:spMk id="5" creationId="{9E1A3E8A-6EDE-FB02-3580-98911FC12465}"/>
          </ac:spMkLst>
        </pc:spChg>
      </pc:sldChg>
      <pc:sldChg chg="addSp">
        <pc:chgData name="Mirnal Singh" userId="S::mirnal.singh@mphasis.com::20432424-89ca-4e36-b505-24511e7f2f24" providerId="AD" clId="Web-{3494B669-6E28-F33A-39AF-133EF5C46DFE}" dt="2026-04-14T16:16:55.053" v="21"/>
        <pc:sldMkLst>
          <pc:docMk/>
          <pc:sldMk cId="3070622826" sldId="336"/>
        </pc:sldMkLst>
        <pc:spChg chg="add">
          <ac:chgData name="Mirnal Singh" userId="S::mirnal.singh@mphasis.com::20432424-89ca-4e36-b505-24511e7f2f24" providerId="AD" clId="Web-{3494B669-6E28-F33A-39AF-133EF5C46DFE}" dt="2026-04-14T16:16:55.053" v="21"/>
          <ac:spMkLst>
            <pc:docMk/>
            <pc:sldMk cId="3070622826" sldId="336"/>
            <ac:spMk id="5" creationId="{BFA692EE-7B3D-38F9-65C6-AE260B7ECCE6}"/>
          </ac:spMkLst>
        </pc:spChg>
      </pc:sldChg>
      <pc:sldChg chg="delSp modSp add replId">
        <pc:chgData name="Mirnal Singh" userId="S::mirnal.singh@mphasis.com::20432424-89ca-4e36-b505-24511e7f2f24" providerId="AD" clId="Web-{3494B669-6E28-F33A-39AF-133EF5C46DFE}" dt="2026-04-14T16:18:12.527" v="31"/>
        <pc:sldMkLst>
          <pc:docMk/>
          <pc:sldMk cId="2013608194" sldId="337"/>
        </pc:sldMkLst>
        <pc:spChg chg="mod">
          <ac:chgData name="Mirnal Singh" userId="S::mirnal.singh@mphasis.com::20432424-89ca-4e36-b505-24511e7f2f24" providerId="AD" clId="Web-{3494B669-6E28-F33A-39AF-133EF5C46DFE}" dt="2026-04-14T16:18:03.261" v="28" actId="20577"/>
          <ac:spMkLst>
            <pc:docMk/>
            <pc:sldMk cId="2013608194" sldId="337"/>
            <ac:spMk id="2" creationId="{81C5DDF5-0019-0F97-529B-FB3762F25FB0}"/>
          </ac:spMkLst>
        </pc:spChg>
      </pc:sldChg>
      <pc:sldChg chg="delSp modSp add replId">
        <pc:chgData name="Mirnal Singh" userId="S::mirnal.singh@mphasis.com::20432424-89ca-4e36-b505-24511e7f2f24" providerId="AD" clId="Web-{3494B669-6E28-F33A-39AF-133EF5C46DFE}" dt="2026-04-14T16:18:36.888" v="36"/>
        <pc:sldMkLst>
          <pc:docMk/>
          <pc:sldMk cId="2520201551" sldId="338"/>
        </pc:sldMkLst>
        <pc:spChg chg="mod">
          <ac:chgData name="Mirnal Singh" userId="S::mirnal.singh@mphasis.com::20432424-89ca-4e36-b505-24511e7f2f24" providerId="AD" clId="Web-{3494B669-6E28-F33A-39AF-133EF5C46DFE}" dt="2026-04-14T16:18:32.950" v="33" actId="20577"/>
          <ac:spMkLst>
            <pc:docMk/>
            <pc:sldMk cId="2520201551" sldId="338"/>
            <ac:spMk id="2" creationId="{02FAD6ED-DD67-5662-1E29-C8313597B54F}"/>
          </ac:spMkLst>
        </pc:spChg>
      </pc:sldChg>
      <pc:sldChg chg="delSp modSp add replId">
        <pc:chgData name="Mirnal Singh" userId="S::mirnal.singh@mphasis.com::20432424-89ca-4e36-b505-24511e7f2f24" providerId="AD" clId="Web-{3494B669-6E28-F33A-39AF-133EF5C46DFE}" dt="2026-04-14T16:19:37.453" v="41"/>
        <pc:sldMkLst>
          <pc:docMk/>
          <pc:sldMk cId="1649121842" sldId="339"/>
        </pc:sldMkLst>
        <pc:spChg chg="mod">
          <ac:chgData name="Mirnal Singh" userId="S::mirnal.singh@mphasis.com::20432424-89ca-4e36-b505-24511e7f2f24" providerId="AD" clId="Web-{3494B669-6E28-F33A-39AF-133EF5C46DFE}" dt="2026-04-14T16:18:56.076" v="38" actId="20577"/>
          <ac:spMkLst>
            <pc:docMk/>
            <pc:sldMk cId="1649121842" sldId="339"/>
            <ac:spMk id="2" creationId="{A1089E33-FA96-668C-7A7B-25CFEF425C49}"/>
          </ac:spMkLst>
        </pc:spChg>
      </pc:sldChg>
      <pc:sldChg chg="delSp modSp add replId">
        <pc:chgData name="Mirnal Singh" userId="S::mirnal.singh@mphasis.com::20432424-89ca-4e36-b505-24511e7f2f24" providerId="AD" clId="Web-{3494B669-6E28-F33A-39AF-133EF5C46DFE}" dt="2026-04-14T16:20:01.517" v="46"/>
        <pc:sldMkLst>
          <pc:docMk/>
          <pc:sldMk cId="2773056882" sldId="340"/>
        </pc:sldMkLst>
        <pc:spChg chg="mod">
          <ac:chgData name="Mirnal Singh" userId="S::mirnal.singh@mphasis.com::20432424-89ca-4e36-b505-24511e7f2f24" providerId="AD" clId="Web-{3494B669-6E28-F33A-39AF-133EF5C46DFE}" dt="2026-04-14T16:19:53.939" v="43" actId="20577"/>
          <ac:spMkLst>
            <pc:docMk/>
            <pc:sldMk cId="2773056882" sldId="340"/>
            <ac:spMk id="2" creationId="{FE0E56CB-E3C6-A2AA-3241-F00F42DCED65}"/>
          </ac:spMkLst>
        </pc:spChg>
      </pc:sldChg>
      <pc:sldChg chg="modSp add replId">
        <pc:chgData name="Mirnal Singh" userId="S::mirnal.singh@mphasis.com::20432424-89ca-4e36-b505-24511e7f2f24" providerId="AD" clId="Web-{3494B669-6E28-F33A-39AF-133EF5C46DFE}" dt="2026-04-14T16:20:39.362" v="52" actId="20577"/>
        <pc:sldMkLst>
          <pc:docMk/>
          <pc:sldMk cId="189059166" sldId="341"/>
        </pc:sldMkLst>
        <pc:spChg chg="mod">
          <ac:chgData name="Mirnal Singh" userId="S::mirnal.singh@mphasis.com::20432424-89ca-4e36-b505-24511e7f2f24" providerId="AD" clId="Web-{3494B669-6E28-F33A-39AF-133EF5C46DFE}" dt="2026-04-14T16:20:39.362" v="52" actId="20577"/>
          <ac:spMkLst>
            <pc:docMk/>
            <pc:sldMk cId="189059166" sldId="341"/>
            <ac:spMk id="2" creationId="{81CEBE17-2F71-7AF8-2B7C-249205FCC196}"/>
          </ac:spMkLst>
        </pc:spChg>
      </pc:sldChg>
      <pc:sldChg chg="modSp add replId">
        <pc:chgData name="Mirnal Singh" userId="S::mirnal.singh@mphasis.com::20432424-89ca-4e36-b505-24511e7f2f24" providerId="AD" clId="Web-{3494B669-6E28-F33A-39AF-133EF5C46DFE}" dt="2026-04-14T16:21:01.175" v="54" actId="20577"/>
        <pc:sldMkLst>
          <pc:docMk/>
          <pc:sldMk cId="3154163401" sldId="342"/>
        </pc:sldMkLst>
        <pc:spChg chg="mod">
          <ac:chgData name="Mirnal Singh" userId="S::mirnal.singh@mphasis.com::20432424-89ca-4e36-b505-24511e7f2f24" providerId="AD" clId="Web-{3494B669-6E28-F33A-39AF-133EF5C46DFE}" dt="2026-04-14T16:21:01.175" v="54" actId="20577"/>
          <ac:spMkLst>
            <pc:docMk/>
            <pc:sldMk cId="3154163401" sldId="342"/>
            <ac:spMk id="2" creationId="{22D5AD17-CB6F-A301-5F8D-BB0CA3A9B4BC}"/>
          </ac:spMkLst>
        </pc:spChg>
      </pc:sldChg>
    </pc:docChg>
  </pc:docChgLst>
  <pc:docChgLst>
    <pc:chgData name="Satyam Laheri" userId="S::satyam.laheri@mphasis.com::77c7eb8f-3276-48e6-b78a-c6d2485ae252" providerId="AD" clId="Web-{A1508442-F7E4-2086-A1AB-DF2644591DF8}"/>
    <pc:docChg chg="addSld delSld modSld">
      <pc:chgData name="Satyam Laheri" userId="S::satyam.laheri@mphasis.com::77c7eb8f-3276-48e6-b78a-c6d2485ae252" providerId="AD" clId="Web-{A1508442-F7E4-2086-A1AB-DF2644591DF8}" dt="2026-04-06T11:13:43.006" v="215" actId="14100"/>
      <pc:docMkLst>
        <pc:docMk/>
      </pc:docMkLst>
      <pc:sldChg chg="addSp modSp">
        <pc:chgData name="Satyam Laheri" userId="S::satyam.laheri@mphasis.com::77c7eb8f-3276-48e6-b78a-c6d2485ae252" providerId="AD" clId="Web-{A1508442-F7E4-2086-A1AB-DF2644591DF8}" dt="2026-04-06T11:04:56.984" v="207" actId="1076"/>
        <pc:sldMkLst>
          <pc:docMk/>
          <pc:sldMk cId="3690448170" sldId="332"/>
        </pc:sldMkLst>
        <pc:spChg chg="mod">
          <ac:chgData name="Satyam Laheri" userId="S::satyam.laheri@mphasis.com::77c7eb8f-3276-48e6-b78a-c6d2485ae252" providerId="AD" clId="Web-{A1508442-F7E4-2086-A1AB-DF2644591DF8}" dt="2026-04-06T11:04:41.438" v="205"/>
          <ac:spMkLst>
            <pc:docMk/>
            <pc:sldMk cId="3690448170" sldId="332"/>
            <ac:spMk id="2" creationId="{9FFFD951-59C7-97BC-34BE-54D14C7BE882}"/>
          </ac:spMkLst>
        </pc:spChg>
        <pc:spChg chg="add mod">
          <ac:chgData name="Satyam Laheri" userId="S::satyam.laheri@mphasis.com::77c7eb8f-3276-48e6-b78a-c6d2485ae252" providerId="AD" clId="Web-{A1508442-F7E4-2086-A1AB-DF2644591DF8}" dt="2026-04-06T11:04:56.984" v="207" actId="1076"/>
          <ac:spMkLst>
            <pc:docMk/>
            <pc:sldMk cId="3690448170" sldId="332"/>
            <ac:spMk id="5" creationId="{6B44E42C-BC2E-5C77-8FCE-2E6D3BF7E3B7}"/>
          </ac:spMkLst>
        </pc:spChg>
      </pc:sldChg>
      <pc:sldChg chg="addSp delSp modSp add replId">
        <pc:chgData name="Satyam Laheri" userId="S::satyam.laheri@mphasis.com::77c7eb8f-3276-48e6-b78a-c6d2485ae252" providerId="AD" clId="Web-{A1508442-F7E4-2086-A1AB-DF2644591DF8}" dt="2026-04-06T11:05:04.063" v="208" actId="1076"/>
        <pc:sldMkLst>
          <pc:docMk/>
          <pc:sldMk cId="3093686860" sldId="334"/>
        </pc:sldMkLst>
        <pc:spChg chg="mod">
          <ac:chgData name="Satyam Laheri" userId="S::satyam.laheri@mphasis.com::77c7eb8f-3276-48e6-b78a-c6d2485ae252" providerId="AD" clId="Web-{A1508442-F7E4-2086-A1AB-DF2644591DF8}" dt="2026-04-06T11:02:34.890" v="170"/>
          <ac:spMkLst>
            <pc:docMk/>
            <pc:sldMk cId="3093686860" sldId="334"/>
            <ac:spMk id="2" creationId="{A182A845-CCE2-8676-0C59-896922EA837A}"/>
          </ac:spMkLst>
        </pc:spChg>
        <pc:spChg chg="add mod">
          <ac:chgData name="Satyam Laheri" userId="S::satyam.laheri@mphasis.com::77c7eb8f-3276-48e6-b78a-c6d2485ae252" providerId="AD" clId="Web-{A1508442-F7E4-2086-A1AB-DF2644591DF8}" dt="2026-04-06T11:05:04.063" v="208" actId="1076"/>
          <ac:spMkLst>
            <pc:docMk/>
            <pc:sldMk cId="3093686860" sldId="334"/>
            <ac:spMk id="5" creationId="{16D4C25D-9782-297B-B891-2260C1BFD249}"/>
          </ac:spMkLst>
        </pc:spChg>
      </pc:sldChg>
      <pc:sldChg chg="modSp">
        <pc:chgData name="Satyam Laheri" userId="S::satyam.laheri@mphasis.com::77c7eb8f-3276-48e6-b78a-c6d2485ae252" providerId="AD" clId="Web-{A1508442-F7E4-2086-A1AB-DF2644591DF8}" dt="2026-04-06T11:13:43.006" v="215" actId="14100"/>
        <pc:sldMkLst>
          <pc:docMk/>
          <pc:sldMk cId="3924462474" sldId="335"/>
        </pc:sldMkLst>
      </pc:sldChg>
    </pc:docChg>
  </pc:docChgLst>
  <pc:docChgLst>
    <pc:chgData name="Mirnal Singh" userId="S::mirnal.singh@mphasis.com::20432424-89ca-4e36-b505-24511e7f2f24" providerId="AD" clId="Web-{946B7D45-43D1-D297-692D-E3A9A313D685}"/>
    <pc:docChg chg="modSld">
      <pc:chgData name="Mirnal Singh" userId="S::mirnal.singh@mphasis.com::20432424-89ca-4e36-b505-24511e7f2f24" providerId="AD" clId="Web-{946B7D45-43D1-D297-692D-E3A9A313D685}" dt="2026-03-30T10:10:15.590" v="25" actId="1076"/>
      <pc:docMkLst>
        <pc:docMk/>
      </pc:docMkLst>
      <pc:sldChg chg="addSp modSp">
        <pc:chgData name="Mirnal Singh" userId="S::mirnal.singh@mphasis.com::20432424-89ca-4e36-b505-24511e7f2f24" providerId="AD" clId="Web-{946B7D45-43D1-D297-692D-E3A9A313D685}" dt="2026-03-30T10:09:47.747" v="12" actId="1076"/>
        <pc:sldMkLst>
          <pc:docMk/>
          <pc:sldMk cId="3020768860" sldId="322"/>
        </pc:sldMkLst>
        <pc:spChg chg="add">
          <ac:chgData name="Mirnal Singh" userId="S::mirnal.singh@mphasis.com::20432424-89ca-4e36-b505-24511e7f2f24" providerId="AD" clId="Web-{946B7D45-43D1-D297-692D-E3A9A313D685}" dt="2026-03-30T10:09:11.762" v="0"/>
          <ac:spMkLst>
            <pc:docMk/>
            <pc:sldMk cId="3020768860" sldId="322"/>
            <ac:spMk id="3" creationId="{43641719-122C-2B6B-0A7E-424511A57AC2}"/>
          </ac:spMkLst>
        </pc:spChg>
        <pc:spChg chg="add mod">
          <ac:chgData name="Mirnal Singh" userId="S::mirnal.singh@mphasis.com::20432424-89ca-4e36-b505-24511e7f2f24" providerId="AD" clId="Web-{946B7D45-43D1-D297-692D-E3A9A313D685}" dt="2026-03-30T10:09:20.872" v="2" actId="1076"/>
          <ac:spMkLst>
            <pc:docMk/>
            <pc:sldMk cId="3020768860" sldId="322"/>
            <ac:spMk id="4" creationId="{FC92E0DF-AECC-2A3B-6DFF-2ACB57898C7D}"/>
          </ac:spMkLst>
        </pc:spChg>
        <pc:spChg chg="add mod">
          <ac:chgData name="Mirnal Singh" userId="S::mirnal.singh@mphasis.com::20432424-89ca-4e36-b505-24511e7f2f24" providerId="AD" clId="Web-{946B7D45-43D1-D297-692D-E3A9A313D685}" dt="2026-03-30T10:09:25.137" v="4" actId="1076"/>
          <ac:spMkLst>
            <pc:docMk/>
            <pc:sldMk cId="3020768860" sldId="322"/>
            <ac:spMk id="5" creationId="{E4CA4A9C-F925-CB3F-6198-A5173F2166A3}"/>
          </ac:spMkLst>
        </pc:spChg>
        <pc:spChg chg="add mod">
          <ac:chgData name="Mirnal Singh" userId="S::mirnal.singh@mphasis.com::20432424-89ca-4e36-b505-24511e7f2f24" providerId="AD" clId="Web-{946B7D45-43D1-D297-692D-E3A9A313D685}" dt="2026-03-30T10:09:41.981" v="10" actId="1076"/>
          <ac:spMkLst>
            <pc:docMk/>
            <pc:sldMk cId="3020768860" sldId="322"/>
            <ac:spMk id="7" creationId="{E819CB08-CFB7-9A24-B167-19271395563C}"/>
          </ac:spMkLst>
        </pc:spChg>
        <pc:spChg chg="add mod">
          <ac:chgData name="Mirnal Singh" userId="S::mirnal.singh@mphasis.com::20432424-89ca-4e36-b505-24511e7f2f24" providerId="AD" clId="Web-{946B7D45-43D1-D297-692D-E3A9A313D685}" dt="2026-03-30T10:09:47.747" v="12" actId="1076"/>
          <ac:spMkLst>
            <pc:docMk/>
            <pc:sldMk cId="3020768860" sldId="322"/>
            <ac:spMk id="8" creationId="{B1035EF4-5F34-2A26-5134-C9950116E1D4}"/>
          </ac:spMkLst>
        </pc:spChg>
        <pc:spChg chg="mod">
          <ac:chgData name="Mirnal Singh" userId="S::mirnal.singh@mphasis.com::20432424-89ca-4e36-b505-24511e7f2f24" providerId="AD" clId="Web-{946B7D45-43D1-D297-692D-E3A9A313D685}" dt="2026-03-30T10:09:37.809" v="9" actId="20577"/>
          <ac:spMkLst>
            <pc:docMk/>
            <pc:sldMk cId="3020768860" sldId="322"/>
            <ac:spMk id="16" creationId="{957747D0-020E-43B7-9389-B7C590D74554}"/>
          </ac:spMkLst>
        </pc:spChg>
      </pc:sldChg>
      <pc:sldChg chg="addSp modSp">
        <pc:chgData name="Mirnal Singh" userId="S::mirnal.singh@mphasis.com::20432424-89ca-4e36-b505-24511e7f2f24" providerId="AD" clId="Web-{946B7D45-43D1-D297-692D-E3A9A313D685}" dt="2026-03-30T10:10:15.590" v="25" actId="1076"/>
        <pc:sldMkLst>
          <pc:docMk/>
          <pc:sldMk cId="2592590284" sldId="323"/>
        </pc:sldMkLst>
        <pc:spChg chg="add mod">
          <ac:chgData name="Mirnal Singh" userId="S::mirnal.singh@mphasis.com::20432424-89ca-4e36-b505-24511e7f2f24" providerId="AD" clId="Web-{946B7D45-43D1-D297-692D-E3A9A313D685}" dt="2026-03-30T10:09:54.543" v="14" actId="1076"/>
          <ac:spMkLst>
            <pc:docMk/>
            <pc:sldMk cId="2592590284" sldId="323"/>
            <ac:spMk id="3" creationId="{ABA8777C-8AA1-ADD7-30E9-010E00579724}"/>
          </ac:spMkLst>
        </pc:spChg>
        <pc:spChg chg="add mod">
          <ac:chgData name="Mirnal Singh" userId="S::mirnal.singh@mphasis.com::20432424-89ca-4e36-b505-24511e7f2f24" providerId="AD" clId="Web-{946B7D45-43D1-D297-692D-E3A9A313D685}" dt="2026-03-30T10:09:58.059" v="16" actId="1076"/>
          <ac:spMkLst>
            <pc:docMk/>
            <pc:sldMk cId="2592590284" sldId="323"/>
            <ac:spMk id="5" creationId="{E474DA12-ADCB-3E89-64CE-ACDFE9669C96}"/>
          </ac:spMkLst>
        </pc:spChg>
        <pc:spChg chg="add mod">
          <ac:chgData name="Mirnal Singh" userId="S::mirnal.singh@mphasis.com::20432424-89ca-4e36-b505-24511e7f2f24" providerId="AD" clId="Web-{946B7D45-43D1-D297-692D-E3A9A313D685}" dt="2026-03-30T10:10:01.872" v="18" actId="1076"/>
          <ac:spMkLst>
            <pc:docMk/>
            <pc:sldMk cId="2592590284" sldId="323"/>
            <ac:spMk id="6" creationId="{859E22CD-4B8B-2370-0880-2F3594DA1C77}"/>
          </ac:spMkLst>
        </pc:spChg>
        <pc:spChg chg="add mod">
          <ac:chgData name="Mirnal Singh" userId="S::mirnal.singh@mphasis.com::20432424-89ca-4e36-b505-24511e7f2f24" providerId="AD" clId="Web-{946B7D45-43D1-D297-692D-E3A9A313D685}" dt="2026-03-30T10:10:05.481" v="20" actId="1076"/>
          <ac:spMkLst>
            <pc:docMk/>
            <pc:sldMk cId="2592590284" sldId="323"/>
            <ac:spMk id="7" creationId="{9A83792D-050F-E7BD-EC56-B240DDCD4699}"/>
          </ac:spMkLst>
        </pc:spChg>
        <pc:spChg chg="add mod">
          <ac:chgData name="Mirnal Singh" userId="S::mirnal.singh@mphasis.com::20432424-89ca-4e36-b505-24511e7f2f24" providerId="AD" clId="Web-{946B7D45-43D1-D297-692D-E3A9A313D685}" dt="2026-03-30T10:10:15.590" v="25" actId="1076"/>
          <ac:spMkLst>
            <pc:docMk/>
            <pc:sldMk cId="2592590284" sldId="323"/>
            <ac:spMk id="8" creationId="{1815DD04-424F-324F-CE85-4527E70BC20D}"/>
          </ac:spMkLst>
        </pc:spChg>
      </pc:sldChg>
    </pc:docChg>
  </pc:docChgLst>
  <pc:docChgLst>
    <pc:chgData name="Mirnal Singh" userId="S::mirnal.singh@mphasis.com::20432424-89ca-4e36-b505-24511e7f2f24" providerId="AD" clId="Web-{7998FF0B-9373-D3A4-FC59-899835073116}"/>
    <pc:docChg chg="addSld">
      <pc:chgData name="Mirnal Singh" userId="S::mirnal.singh@mphasis.com::20432424-89ca-4e36-b505-24511e7f2f24" providerId="AD" clId="Web-{7998FF0B-9373-D3A4-FC59-899835073116}" dt="2026-03-26T09:03:14.706" v="1"/>
      <pc:docMkLst>
        <pc:docMk/>
      </pc:docMkLst>
      <pc:sldChg chg="add">
        <pc:chgData name="Mirnal Singh" userId="S::mirnal.singh@mphasis.com::20432424-89ca-4e36-b505-24511e7f2f24" providerId="AD" clId="Web-{7998FF0B-9373-D3A4-FC59-899835073116}" dt="2026-03-26T09:02:20.831" v="0"/>
        <pc:sldMkLst>
          <pc:docMk/>
          <pc:sldMk cId="1529630165" sldId="321"/>
        </pc:sldMkLst>
      </pc:sldChg>
      <pc:sldChg chg="add">
        <pc:chgData name="Mirnal Singh" userId="S::mirnal.singh@mphasis.com::20432424-89ca-4e36-b505-24511e7f2f24" providerId="AD" clId="Web-{7998FF0B-9373-D3A4-FC59-899835073116}" dt="2026-03-26T09:03:14.706" v="1"/>
        <pc:sldMkLst>
          <pc:docMk/>
          <pc:sldMk cId="3020768860" sldId="322"/>
        </pc:sldMkLst>
      </pc:sldChg>
    </pc:docChg>
  </pc:docChgLst>
  <pc:docChgLst>
    <pc:chgData name="Satyam Laheri" userId="S::satyam.laheri@mphasis.com::77c7eb8f-3276-48e6-b78a-c6d2485ae252" providerId="AD" clId="Web-{0E8745E2-5233-AF62-47F8-EC9D2D749832}"/>
    <pc:docChg chg="modSld">
      <pc:chgData name="Satyam Laheri" userId="S::satyam.laheri@mphasis.com::77c7eb8f-3276-48e6-b78a-c6d2485ae252" providerId="AD" clId="Web-{0E8745E2-5233-AF62-47F8-EC9D2D749832}" dt="2026-03-30T10:48:46.684" v="81"/>
      <pc:docMkLst>
        <pc:docMk/>
      </pc:docMkLst>
      <pc:sldChg chg="modSp">
        <pc:chgData name="Satyam Laheri" userId="S::satyam.laheri@mphasis.com::77c7eb8f-3276-48e6-b78a-c6d2485ae252" providerId="AD" clId="Web-{0E8745E2-5233-AF62-47F8-EC9D2D749832}" dt="2026-03-30T10:33:03.464" v="77" actId="20577"/>
        <pc:sldMkLst>
          <pc:docMk/>
          <pc:sldMk cId="3020768860" sldId="322"/>
        </pc:sldMkLst>
        <pc:spChg chg="mod">
          <ac:chgData name="Satyam Laheri" userId="S::satyam.laheri@mphasis.com::77c7eb8f-3276-48e6-b78a-c6d2485ae252" providerId="AD" clId="Web-{0E8745E2-5233-AF62-47F8-EC9D2D749832}" dt="2026-03-30T10:15:58.957" v="9" actId="20577"/>
          <ac:spMkLst>
            <pc:docMk/>
            <pc:sldMk cId="3020768860" sldId="322"/>
            <ac:spMk id="3" creationId="{43641719-122C-2B6B-0A7E-424511A57AC2}"/>
          </ac:spMkLst>
        </pc:spChg>
        <pc:spChg chg="mod">
          <ac:chgData name="Satyam Laheri" userId="S::satyam.laheri@mphasis.com::77c7eb8f-3276-48e6-b78a-c6d2485ae252" providerId="AD" clId="Web-{0E8745E2-5233-AF62-47F8-EC9D2D749832}" dt="2026-03-30T10:16:25.848" v="16" actId="20577"/>
          <ac:spMkLst>
            <pc:docMk/>
            <pc:sldMk cId="3020768860" sldId="322"/>
            <ac:spMk id="4" creationId="{FC92E0DF-AECC-2A3B-6DFF-2ACB57898C7D}"/>
          </ac:spMkLst>
        </pc:spChg>
        <pc:spChg chg="mod">
          <ac:chgData name="Satyam Laheri" userId="S::satyam.laheri@mphasis.com::77c7eb8f-3276-48e6-b78a-c6d2485ae252" providerId="AD" clId="Web-{0E8745E2-5233-AF62-47F8-EC9D2D749832}" dt="2026-03-30T10:33:03.464" v="77" actId="20577"/>
          <ac:spMkLst>
            <pc:docMk/>
            <pc:sldMk cId="3020768860" sldId="322"/>
            <ac:spMk id="5" creationId="{E4CA4A9C-F925-CB3F-6198-A5173F2166A3}"/>
          </ac:spMkLst>
        </pc:spChg>
        <pc:spChg chg="mod">
          <ac:chgData name="Satyam Laheri" userId="S::satyam.laheri@mphasis.com::77c7eb8f-3276-48e6-b78a-c6d2485ae252" providerId="AD" clId="Web-{0E8745E2-5233-AF62-47F8-EC9D2D749832}" dt="2026-03-30T10:17:42.647" v="27" actId="20577"/>
          <ac:spMkLst>
            <pc:docMk/>
            <pc:sldMk cId="3020768860" sldId="322"/>
            <ac:spMk id="8" creationId="{B1035EF4-5F34-2A26-5134-C9950116E1D4}"/>
          </ac:spMkLst>
        </pc:spChg>
      </pc:sldChg>
      <pc:sldChg chg="delSp modSp">
        <pc:chgData name="Satyam Laheri" userId="S::satyam.laheri@mphasis.com::77c7eb8f-3276-48e6-b78a-c6d2485ae252" providerId="AD" clId="Web-{0E8745E2-5233-AF62-47F8-EC9D2D749832}" dt="2026-03-30T10:48:46.684" v="81"/>
        <pc:sldMkLst>
          <pc:docMk/>
          <pc:sldMk cId="2592590284" sldId="323"/>
        </pc:sldMkLst>
        <pc:spChg chg="mod">
          <ac:chgData name="Satyam Laheri" userId="S::satyam.laheri@mphasis.com::77c7eb8f-3276-48e6-b78a-c6d2485ae252" providerId="AD" clId="Web-{0E8745E2-5233-AF62-47F8-EC9D2D749832}" dt="2026-03-30T10:23:41.963" v="46" actId="20577"/>
          <ac:spMkLst>
            <pc:docMk/>
            <pc:sldMk cId="2592590284" sldId="323"/>
            <ac:spMk id="3" creationId="{ABA8777C-8AA1-ADD7-30E9-010E00579724}"/>
          </ac:spMkLst>
        </pc:spChg>
        <pc:spChg chg="mod">
          <ac:chgData name="Satyam Laheri" userId="S::satyam.laheri@mphasis.com::77c7eb8f-3276-48e6-b78a-c6d2485ae252" providerId="AD" clId="Web-{0E8745E2-5233-AF62-47F8-EC9D2D749832}" dt="2026-03-30T10:23:47.901" v="49" actId="20577"/>
          <ac:spMkLst>
            <pc:docMk/>
            <pc:sldMk cId="2592590284" sldId="323"/>
            <ac:spMk id="5" creationId="{E474DA12-ADCB-3E89-64CE-ACDFE9669C96}"/>
          </ac:spMkLst>
        </pc:spChg>
        <pc:spChg chg="mod">
          <ac:chgData name="Satyam Laheri" userId="S::satyam.laheri@mphasis.com::77c7eb8f-3276-48e6-b78a-c6d2485ae252" providerId="AD" clId="Web-{0E8745E2-5233-AF62-47F8-EC9D2D749832}" dt="2026-03-30T10:23:53.026" v="51" actId="20577"/>
          <ac:spMkLst>
            <pc:docMk/>
            <pc:sldMk cId="2592590284" sldId="323"/>
            <ac:spMk id="6" creationId="{859E22CD-4B8B-2370-0880-2F3594DA1C77}"/>
          </ac:spMkLst>
        </pc:spChg>
        <pc:spChg chg="mod">
          <ac:chgData name="Satyam Laheri" userId="S::satyam.laheri@mphasis.com::77c7eb8f-3276-48e6-b78a-c6d2485ae252" providerId="AD" clId="Web-{0E8745E2-5233-AF62-47F8-EC9D2D749832}" dt="2026-03-30T10:24:13.807" v="63" actId="20577"/>
          <ac:spMkLst>
            <pc:docMk/>
            <pc:sldMk cId="2592590284" sldId="323"/>
            <ac:spMk id="7" creationId="{9A83792D-050F-E7BD-EC56-B240DDCD4699}"/>
          </ac:spMkLst>
        </pc:spChg>
        <pc:spChg chg="mod">
          <ac:chgData name="Satyam Laheri" userId="S::satyam.laheri@mphasis.com::77c7eb8f-3276-48e6-b78a-c6d2485ae252" providerId="AD" clId="Web-{0E8745E2-5233-AF62-47F8-EC9D2D749832}" dt="2026-03-30T10:24:31.588" v="74" actId="20577"/>
          <ac:spMkLst>
            <pc:docMk/>
            <pc:sldMk cId="2592590284" sldId="323"/>
            <ac:spMk id="8" creationId="{1815DD04-424F-324F-CE85-4527E70BC20D}"/>
          </ac:spMkLst>
        </pc:spChg>
      </pc:sldChg>
    </pc:docChg>
  </pc:docChgLst>
  <pc:docChgLst>
    <pc:chgData name="Mirnal Singh" userId="S::mirnal.singh@mphasis.com::20432424-89ca-4e36-b505-24511e7f2f24" providerId="AD" clId="Web-{85EE52F2-BB2D-44E8-DDF8-54063A4722D0}"/>
    <pc:docChg chg="addSld modSld sldOrd">
      <pc:chgData name="Mirnal Singh" userId="S::mirnal.singh@mphasis.com::20432424-89ca-4e36-b505-24511e7f2f24" providerId="AD" clId="Web-{85EE52F2-BB2D-44E8-DDF8-54063A4722D0}" dt="2026-04-22T09:28:15.483" v="446"/>
      <pc:docMkLst>
        <pc:docMk/>
      </pc:docMkLst>
      <pc:sldChg chg="modSp">
        <pc:chgData name="Mirnal Singh" userId="S::mirnal.singh@mphasis.com::20432424-89ca-4e36-b505-24511e7f2f24" providerId="AD" clId="Web-{85EE52F2-BB2D-44E8-DDF8-54063A4722D0}" dt="2026-04-22T07:53:57.065" v="346"/>
        <pc:sldMkLst>
          <pc:docMk/>
          <pc:sldMk cId="499607850" sldId="329"/>
        </pc:sldMkLst>
        <pc:spChg chg="mod">
          <ac:chgData name="Mirnal Singh" userId="S::mirnal.singh@mphasis.com::20432424-89ca-4e36-b505-24511e7f2f24" providerId="AD" clId="Web-{85EE52F2-BB2D-44E8-DDF8-54063A4722D0}" dt="2026-04-22T07:53:57.065" v="346"/>
          <ac:spMkLst>
            <pc:docMk/>
            <pc:sldMk cId="499607850" sldId="329"/>
            <ac:spMk id="4" creationId="{274DEC99-748F-40B4-B9C5-27A21B481953}"/>
          </ac:spMkLst>
        </pc:spChg>
      </pc:sldChg>
      <pc:sldChg chg="addSp delSp modSp">
        <pc:chgData name="Mirnal Singh" userId="S::mirnal.singh@mphasis.com::20432424-89ca-4e36-b505-24511e7f2f24" providerId="AD" clId="Web-{85EE52F2-BB2D-44E8-DDF8-54063A4722D0}" dt="2026-04-22T06:53:17.227" v="52" actId="14100"/>
        <pc:sldMkLst>
          <pc:docMk/>
          <pc:sldMk cId="3690448170" sldId="332"/>
        </pc:sldMkLst>
        <pc:spChg chg="del mod">
          <ac:chgData name="Mirnal Singh" userId="S::mirnal.singh@mphasis.com::20432424-89ca-4e36-b505-24511e7f2f24" providerId="AD" clId="Web-{85EE52F2-BB2D-44E8-DDF8-54063A4722D0}" dt="2026-04-22T06:52:45.932" v="43"/>
          <ac:spMkLst>
            <pc:docMk/>
            <pc:sldMk cId="3690448170" sldId="332"/>
            <ac:spMk id="3" creationId="{A3436FF3-BB4F-9174-2F03-A92C1B78CB5C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6:53:17.227" v="52" actId="14100"/>
          <ac:spMkLst>
            <pc:docMk/>
            <pc:sldMk cId="3690448170" sldId="332"/>
            <ac:spMk id="4" creationId="{653789BE-FE9C-7043-C872-31C2A69FE930}"/>
          </ac:spMkLst>
        </pc:spChg>
      </pc:sldChg>
      <pc:sldChg chg="addSp delSp modSp">
        <pc:chgData name="Mirnal Singh" userId="S::mirnal.singh@mphasis.com::20432424-89ca-4e36-b505-24511e7f2f24" providerId="AD" clId="Web-{85EE52F2-BB2D-44E8-DDF8-54063A4722D0}" dt="2026-04-22T06:55:22.162" v="77"/>
        <pc:sldMkLst>
          <pc:docMk/>
          <pc:sldMk cId="3093686860" sldId="334"/>
        </pc:sldMkLst>
        <pc:spChg chg="del mod">
          <ac:chgData name="Mirnal Singh" userId="S::mirnal.singh@mphasis.com::20432424-89ca-4e36-b505-24511e7f2f24" providerId="AD" clId="Web-{85EE52F2-BB2D-44E8-DDF8-54063A4722D0}" dt="2026-04-22T06:50:57.557" v="32"/>
          <ac:spMkLst>
            <pc:docMk/>
            <pc:sldMk cId="3093686860" sldId="334"/>
            <ac:spMk id="3" creationId="{B47DABCA-400D-9D77-F685-D29E2CA0F834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6:55:22.162" v="77"/>
          <ac:spMkLst>
            <pc:docMk/>
            <pc:sldMk cId="3093686860" sldId="334"/>
            <ac:spMk id="4" creationId="{E55B3CAE-6041-80B8-90F9-EEEB5EC95733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6:55:21.615" v="76"/>
          <ac:spMkLst>
            <pc:docMk/>
            <pc:sldMk cId="3093686860" sldId="334"/>
            <ac:spMk id="6" creationId="{9F76E44B-551C-0977-7E6C-7C4ADAA074D4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6:55:20.740" v="75"/>
          <ac:spMkLst>
            <pc:docMk/>
            <pc:sldMk cId="3093686860" sldId="334"/>
            <ac:spMk id="7" creationId="{7F71129A-CA96-93F7-2668-7ED25BF8482F}"/>
          </ac:spMkLst>
        </pc:spChg>
      </pc:sldChg>
      <pc:sldChg chg="addSp delSp modSp">
        <pc:chgData name="Mirnal Singh" userId="S::mirnal.singh@mphasis.com::20432424-89ca-4e36-b505-24511e7f2f24" providerId="AD" clId="Web-{85EE52F2-BB2D-44E8-DDF8-54063A4722D0}" dt="2026-04-22T06:54:32.046" v="71" actId="20577"/>
        <pc:sldMkLst>
          <pc:docMk/>
          <pc:sldMk cId="3924462474" sldId="335"/>
        </pc:sldMkLst>
        <pc:spChg chg="del mod">
          <ac:chgData name="Mirnal Singh" userId="S::mirnal.singh@mphasis.com::20432424-89ca-4e36-b505-24511e7f2f24" providerId="AD" clId="Web-{85EE52F2-BB2D-44E8-DDF8-54063A4722D0}" dt="2026-04-22T06:53:51.101" v="61"/>
          <ac:spMkLst>
            <pc:docMk/>
            <pc:sldMk cId="3924462474" sldId="335"/>
            <ac:spMk id="3" creationId="{C1B14653-271A-D1D4-BEF8-044BCDB36690}"/>
          </ac:spMkLst>
        </pc:spChg>
        <pc:spChg chg="add del mod">
          <ac:chgData name="Mirnal Singh" userId="S::mirnal.singh@mphasis.com::20432424-89ca-4e36-b505-24511e7f2f24" providerId="AD" clId="Web-{85EE52F2-BB2D-44E8-DDF8-54063A4722D0}" dt="2026-04-22T06:53:27.101" v="56"/>
          <ac:spMkLst>
            <pc:docMk/>
            <pc:sldMk cId="3924462474" sldId="335"/>
            <ac:spMk id="4" creationId="{EE9AA635-D730-219A-7E6E-7D1806FA747C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6:54:32.046" v="71" actId="20577"/>
          <ac:spMkLst>
            <pc:docMk/>
            <pc:sldMk cId="3924462474" sldId="335"/>
            <ac:spMk id="7" creationId="{C888240C-AF48-47FA-2098-BF7065781BB6}"/>
          </ac:spMkLst>
        </pc:spChg>
      </pc:sldChg>
      <pc:sldChg chg="addSp delSp modSp">
        <pc:chgData name="Mirnal Singh" userId="S::mirnal.singh@mphasis.com::20432424-89ca-4e36-b505-24511e7f2f24" providerId="AD" clId="Web-{85EE52F2-BB2D-44E8-DDF8-54063A4722D0}" dt="2026-04-22T06:59:25.318" v="131"/>
        <pc:sldMkLst>
          <pc:docMk/>
          <pc:sldMk cId="3070622826" sldId="336"/>
        </pc:sldMkLst>
        <pc:spChg chg="del mod">
          <ac:chgData name="Mirnal Singh" userId="S::mirnal.singh@mphasis.com::20432424-89ca-4e36-b505-24511e7f2f24" providerId="AD" clId="Web-{85EE52F2-BB2D-44E8-DDF8-54063A4722D0}" dt="2026-04-22T06:58:31.052" v="117"/>
          <ac:spMkLst>
            <pc:docMk/>
            <pc:sldMk cId="3070622826" sldId="336"/>
            <ac:spMk id="3" creationId="{E8071647-B64D-5B3A-3260-5C895B4367F8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6:59:13.287" v="129" actId="1076"/>
          <ac:spMkLst>
            <pc:docMk/>
            <pc:sldMk cId="3070622826" sldId="336"/>
            <ac:spMk id="6" creationId="{B12876F3-F29D-3E18-005E-9009B620BB3F}"/>
          </ac:spMkLst>
        </pc:spChg>
        <pc:spChg chg="add del mod">
          <ac:chgData name="Mirnal Singh" userId="S::mirnal.singh@mphasis.com::20432424-89ca-4e36-b505-24511e7f2f24" providerId="AD" clId="Web-{85EE52F2-BB2D-44E8-DDF8-54063A4722D0}" dt="2026-04-22T06:56:26.756" v="95"/>
          <ac:spMkLst>
            <pc:docMk/>
            <pc:sldMk cId="3070622826" sldId="336"/>
            <ac:spMk id="7" creationId="{F11D75B8-6318-D0BB-9C47-DA5860BD5970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6:58:59.146" v="127" actId="1076"/>
          <ac:spMkLst>
            <pc:docMk/>
            <pc:sldMk cId="3070622826" sldId="336"/>
            <ac:spMk id="8" creationId="{D9AB45E4-5609-7A69-B9D3-AA457BBA3130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6:59:25.318" v="131"/>
          <ac:spMkLst>
            <pc:docMk/>
            <pc:sldMk cId="3070622826" sldId="336"/>
            <ac:spMk id="9" creationId="{778589C2-0E4D-F52A-E95E-A7070B616D92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6:59:22.349" v="130"/>
          <ac:spMkLst>
            <pc:docMk/>
            <pc:sldMk cId="3070622826" sldId="336"/>
            <ac:spMk id="10" creationId="{2A48E0A1-2D8F-D7B5-D1B0-924F641FCF14}"/>
          </ac:spMkLst>
        </pc:spChg>
      </pc:sldChg>
      <pc:sldChg chg="addSp delSp modSp">
        <pc:chgData name="Mirnal Singh" userId="S::mirnal.singh@mphasis.com::20432424-89ca-4e36-b505-24511e7f2f24" providerId="AD" clId="Web-{85EE52F2-BB2D-44E8-DDF8-54063A4722D0}" dt="2026-04-22T07:06:32.930" v="185"/>
        <pc:sldMkLst>
          <pc:docMk/>
          <pc:sldMk cId="2013608194" sldId="337"/>
        </pc:sldMkLst>
        <pc:spChg chg="del mod">
          <ac:chgData name="Mirnal Singh" userId="S::mirnal.singh@mphasis.com::20432424-89ca-4e36-b505-24511e7f2f24" providerId="AD" clId="Web-{85EE52F2-BB2D-44E8-DDF8-54063A4722D0}" dt="2026-04-22T07:06:16.477" v="182"/>
          <ac:spMkLst>
            <pc:docMk/>
            <pc:sldMk cId="2013608194" sldId="337"/>
            <ac:spMk id="3" creationId="{EFC33686-1AB0-23D0-D5C7-2F068B525466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04:43.774" v="177" actId="20577"/>
          <ac:spMkLst>
            <pc:docMk/>
            <pc:sldMk cId="2013608194" sldId="337"/>
            <ac:spMk id="6" creationId="{9842D9C3-A1B1-9BBD-2BA3-9B369D8EEA6E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06:32.930" v="185"/>
          <ac:spMkLst>
            <pc:docMk/>
            <pc:sldMk cId="2013608194" sldId="337"/>
            <ac:spMk id="7" creationId="{35CA8F6F-0ED7-3F03-53F2-ABC4925FF544}"/>
          </ac:spMkLst>
        </pc:spChg>
      </pc:sldChg>
      <pc:sldChg chg="addSp delSp modSp">
        <pc:chgData name="Mirnal Singh" userId="S::mirnal.singh@mphasis.com::20432424-89ca-4e36-b505-24511e7f2f24" providerId="AD" clId="Web-{85EE52F2-BB2D-44E8-DDF8-54063A4722D0}" dt="2026-04-22T07:11:50.231" v="223" actId="20577"/>
        <pc:sldMkLst>
          <pc:docMk/>
          <pc:sldMk cId="2520201551" sldId="338"/>
        </pc:sldMkLst>
        <pc:spChg chg="del mod">
          <ac:chgData name="Mirnal Singh" userId="S::mirnal.singh@mphasis.com::20432424-89ca-4e36-b505-24511e7f2f24" providerId="AD" clId="Web-{85EE52F2-BB2D-44E8-DDF8-54063A4722D0}" dt="2026-04-22T07:11:25.824" v="218"/>
          <ac:spMkLst>
            <pc:docMk/>
            <pc:sldMk cId="2520201551" sldId="338"/>
            <ac:spMk id="3" creationId="{1855C6F6-DA98-1DA3-138D-97EE88C68F56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11:50.231" v="223" actId="20577"/>
          <ac:spMkLst>
            <pc:docMk/>
            <pc:sldMk cId="2520201551" sldId="338"/>
            <ac:spMk id="6" creationId="{34E13F07-493D-6678-A767-FD8E22149F28}"/>
          </ac:spMkLst>
        </pc:spChg>
      </pc:sldChg>
      <pc:sldChg chg="addSp delSp modSp">
        <pc:chgData name="Mirnal Singh" userId="S::mirnal.singh@mphasis.com::20432424-89ca-4e36-b505-24511e7f2f24" providerId="AD" clId="Web-{85EE52F2-BB2D-44E8-DDF8-54063A4722D0}" dt="2026-04-22T07:37:39.207" v="271" actId="1076"/>
        <pc:sldMkLst>
          <pc:docMk/>
          <pc:sldMk cId="1649121842" sldId="339"/>
        </pc:sldMkLst>
        <pc:spChg chg="del mod">
          <ac:chgData name="Mirnal Singh" userId="S::mirnal.singh@mphasis.com::20432424-89ca-4e36-b505-24511e7f2f24" providerId="AD" clId="Web-{85EE52F2-BB2D-44E8-DDF8-54063A4722D0}" dt="2026-04-22T07:36:20.894" v="241"/>
          <ac:spMkLst>
            <pc:docMk/>
            <pc:sldMk cId="1649121842" sldId="339"/>
            <ac:spMk id="3" creationId="{89D9ACCE-E19F-CD48-7623-CD1967012710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37:39.191" v="269" actId="1076"/>
          <ac:spMkLst>
            <pc:docMk/>
            <pc:sldMk cId="1649121842" sldId="339"/>
            <ac:spMk id="6" creationId="{463C3D3A-D3DA-BA66-B0A6-640287029EF2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37:39.191" v="270" actId="1076"/>
          <ac:spMkLst>
            <pc:docMk/>
            <pc:sldMk cId="1649121842" sldId="339"/>
            <ac:spMk id="8" creationId="{5192CBB3-835E-BD01-781A-50958E945CD8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37:39.207" v="271" actId="1076"/>
          <ac:spMkLst>
            <pc:docMk/>
            <pc:sldMk cId="1649121842" sldId="339"/>
            <ac:spMk id="10" creationId="{1D730864-C473-B95F-8CA9-FB9830E1238E}"/>
          </ac:spMkLst>
        </pc:spChg>
      </pc:sldChg>
      <pc:sldChg chg="addSp delSp modSp">
        <pc:chgData name="Mirnal Singh" userId="S::mirnal.singh@mphasis.com::20432424-89ca-4e36-b505-24511e7f2f24" providerId="AD" clId="Web-{85EE52F2-BB2D-44E8-DDF8-54063A4722D0}" dt="2026-04-22T07:39:21.051" v="310" actId="1076"/>
        <pc:sldMkLst>
          <pc:docMk/>
          <pc:sldMk cId="2773056882" sldId="340"/>
        </pc:sldMkLst>
        <pc:spChg chg="del mod">
          <ac:chgData name="Mirnal Singh" userId="S::mirnal.singh@mphasis.com::20432424-89ca-4e36-b505-24511e7f2f24" providerId="AD" clId="Web-{85EE52F2-BB2D-44E8-DDF8-54063A4722D0}" dt="2026-04-22T07:38:39.973" v="294"/>
          <ac:spMkLst>
            <pc:docMk/>
            <pc:sldMk cId="2773056882" sldId="340"/>
            <ac:spMk id="3" creationId="{E011CDBE-66E7-194C-26DA-4C25F9C1FF43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39:21.035" v="308" actId="1076"/>
          <ac:spMkLst>
            <pc:docMk/>
            <pc:sldMk cId="2773056882" sldId="340"/>
            <ac:spMk id="6" creationId="{7F6412D4-848F-C112-3294-C85ED7DD3D6D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39:21.051" v="309" actId="1076"/>
          <ac:spMkLst>
            <pc:docMk/>
            <pc:sldMk cId="2773056882" sldId="340"/>
            <ac:spMk id="8" creationId="{3073547C-A6B6-4184-DC5D-834064FB3CFA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39:21.051" v="310" actId="1076"/>
          <ac:spMkLst>
            <pc:docMk/>
            <pc:sldMk cId="2773056882" sldId="340"/>
            <ac:spMk id="10" creationId="{12932CE1-D866-24B9-DECE-138874BA7F9F}"/>
          </ac:spMkLst>
        </pc:spChg>
        <pc:spChg chg="add del mod">
          <ac:chgData name="Mirnal Singh" userId="S::mirnal.singh@mphasis.com::20432424-89ca-4e36-b505-24511e7f2f24" providerId="AD" clId="Web-{85EE52F2-BB2D-44E8-DDF8-54063A4722D0}" dt="2026-04-22T07:38:44.004" v="298"/>
          <ac:spMkLst>
            <pc:docMk/>
            <pc:sldMk cId="2773056882" sldId="340"/>
            <ac:spMk id="11" creationId="{A46B3006-4BDF-1F35-715F-2D80C10FC21F}"/>
          </ac:spMkLst>
        </pc:spChg>
      </pc:sldChg>
      <pc:sldChg chg="addSp delSp modSp">
        <pc:chgData name="Mirnal Singh" userId="S::mirnal.singh@mphasis.com::20432424-89ca-4e36-b505-24511e7f2f24" providerId="AD" clId="Web-{85EE52F2-BB2D-44E8-DDF8-54063A4722D0}" dt="2026-04-22T07:41:08.426" v="338" actId="20577"/>
        <pc:sldMkLst>
          <pc:docMk/>
          <pc:sldMk cId="189059166" sldId="341"/>
        </pc:sldMkLst>
        <pc:spChg chg="del mod">
          <ac:chgData name="Mirnal Singh" userId="S::mirnal.singh@mphasis.com::20432424-89ca-4e36-b505-24511e7f2f24" providerId="AD" clId="Web-{85EE52F2-BB2D-44E8-DDF8-54063A4722D0}" dt="2026-04-22T07:40:04.144" v="323"/>
          <ac:spMkLst>
            <pc:docMk/>
            <pc:sldMk cId="189059166" sldId="341"/>
            <ac:spMk id="3" creationId="{148303AD-AF55-DC18-089C-C7A9109EB5F4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41:08.426" v="338" actId="20577"/>
          <ac:spMkLst>
            <pc:docMk/>
            <pc:sldMk cId="189059166" sldId="341"/>
            <ac:spMk id="6" creationId="{B41DAD83-373E-27DC-FC1D-BF3CB91037A9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41:03.254" v="336" actId="20577"/>
          <ac:spMkLst>
            <pc:docMk/>
            <pc:sldMk cId="189059166" sldId="341"/>
            <ac:spMk id="8" creationId="{25C2D4ED-FE0B-70F2-3871-3321EABC483D}"/>
          </ac:spMkLst>
        </pc:spChg>
      </pc:sldChg>
      <pc:sldChg chg="addSp delSp modSp">
        <pc:chgData name="Mirnal Singh" userId="S::mirnal.singh@mphasis.com::20432424-89ca-4e36-b505-24511e7f2f24" providerId="AD" clId="Web-{85EE52F2-BB2D-44E8-DDF8-54063A4722D0}" dt="2026-04-22T07:11:14.636" v="213"/>
        <pc:sldMkLst>
          <pc:docMk/>
          <pc:sldMk cId="1056670231" sldId="343"/>
        </pc:sldMkLst>
        <pc:spChg chg="del mod">
          <ac:chgData name="Mirnal Singh" userId="S::mirnal.singh@mphasis.com::20432424-89ca-4e36-b505-24511e7f2f24" providerId="AD" clId="Web-{85EE52F2-BB2D-44E8-DDF8-54063A4722D0}" dt="2026-04-22T07:08:03.165" v="197"/>
          <ac:spMkLst>
            <pc:docMk/>
            <pc:sldMk cId="1056670231" sldId="343"/>
            <ac:spMk id="3" creationId="{F3B2E645-D53B-A1A9-C3C0-10DD6D49A493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08:38.258" v="205" actId="1076"/>
          <ac:spMkLst>
            <pc:docMk/>
            <pc:sldMk cId="1056670231" sldId="343"/>
            <ac:spMk id="6" creationId="{965DB9A4-79A5-0AAC-7EF4-30CE0CB5A9DC}"/>
          </ac:spMkLst>
        </pc:spChg>
        <pc:spChg chg="add mod">
          <ac:chgData name="Mirnal Singh" userId="S::mirnal.singh@mphasis.com::20432424-89ca-4e36-b505-24511e7f2f24" providerId="AD" clId="Web-{85EE52F2-BB2D-44E8-DDF8-54063A4722D0}" dt="2026-04-22T07:08:27.930" v="203" actId="1076"/>
          <ac:spMkLst>
            <pc:docMk/>
            <pc:sldMk cId="1056670231" sldId="343"/>
            <ac:spMk id="7" creationId="{BF91D79D-1DAA-098A-06F0-2CF5A3C1E1F4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7:11:14.636" v="213"/>
          <ac:spMkLst>
            <pc:docMk/>
            <pc:sldMk cId="1056670231" sldId="343"/>
            <ac:spMk id="8" creationId="{74676D46-8513-3B1A-5B57-410F2789D955}"/>
          </ac:spMkLst>
        </pc:spChg>
      </pc:sldChg>
      <pc:sldChg chg="addSp delSp modSp add mod ord replId setBg">
        <pc:chgData name="Mirnal Singh" userId="S::mirnal.singh@mphasis.com::20432424-89ca-4e36-b505-24511e7f2f24" providerId="AD" clId="Web-{85EE52F2-BB2D-44E8-DDF8-54063A4722D0}" dt="2026-04-22T09:28:04.842" v="445"/>
        <pc:sldMkLst>
          <pc:docMk/>
          <pc:sldMk cId="655940534" sldId="344"/>
        </pc:sldMkLst>
        <pc:spChg chg="mod ord">
          <ac:chgData name="Mirnal Singh" userId="S::mirnal.singh@mphasis.com::20432424-89ca-4e36-b505-24511e7f2f24" providerId="AD" clId="Web-{85EE52F2-BB2D-44E8-DDF8-54063A4722D0}" dt="2026-04-22T08:04:40.705" v="369"/>
          <ac:spMkLst>
            <pc:docMk/>
            <pc:sldMk cId="655940534" sldId="344"/>
            <ac:spMk id="2" creationId="{499B9B83-82DC-945F-03D4-57269734B01B}"/>
          </ac:spMkLst>
        </pc:spChg>
        <pc:spChg chg="add del mod">
          <ac:chgData name="Mirnal Singh" userId="S::mirnal.singh@mphasis.com::20432424-89ca-4e36-b505-24511e7f2f24" providerId="AD" clId="Web-{85EE52F2-BB2D-44E8-DDF8-54063A4722D0}" dt="2026-04-22T08:18:49.330" v="432"/>
          <ac:spMkLst>
            <pc:docMk/>
            <pc:sldMk cId="655940534" sldId="344"/>
            <ac:spMk id="4" creationId="{0D7C7C9E-6AB0-AF52-38A4-67C1AF0F9FC5}"/>
          </ac:spMkLst>
        </pc:spChg>
        <pc:spChg chg="del">
          <ac:chgData name="Mirnal Singh" userId="S::mirnal.singh@mphasis.com::20432424-89ca-4e36-b505-24511e7f2f24" providerId="AD" clId="Web-{85EE52F2-BB2D-44E8-DDF8-54063A4722D0}" dt="2026-04-22T07:41:44.551" v="343"/>
          <ac:spMkLst>
            <pc:docMk/>
            <pc:sldMk cId="655940534" sldId="344"/>
            <ac:spMk id="5" creationId="{45B0000F-6641-5199-EAA2-C8511115B74E}"/>
          </ac:spMkLst>
        </pc:spChg>
        <pc:spChg chg="add del mod">
          <ac:chgData name="Mirnal Singh" userId="S::mirnal.singh@mphasis.com::20432424-89ca-4e36-b505-24511e7f2f24" providerId="AD" clId="Web-{85EE52F2-BB2D-44E8-DDF8-54063A4722D0}" dt="2026-04-22T08:18:49.330" v="431"/>
          <ac:spMkLst>
            <pc:docMk/>
            <pc:sldMk cId="655940534" sldId="344"/>
            <ac:spMk id="6" creationId="{C8EA6CF7-681C-6D9D-EC6B-91E7D9213752}"/>
          </ac:spMkLst>
        </pc:spChg>
        <pc:spChg chg="add del mod">
          <ac:chgData name="Mirnal Singh" userId="S::mirnal.singh@mphasis.com::20432424-89ca-4e36-b505-24511e7f2f24" providerId="AD" clId="Web-{85EE52F2-BB2D-44E8-DDF8-54063A4722D0}" dt="2026-04-22T08:18:49.330" v="430"/>
          <ac:spMkLst>
            <pc:docMk/>
            <pc:sldMk cId="655940534" sldId="344"/>
            <ac:spMk id="7" creationId="{44D71909-A2D4-0BF9-AB8E-4FEF21528100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3:35.565" v="353"/>
          <ac:spMkLst>
            <pc:docMk/>
            <pc:sldMk cId="655940534" sldId="344"/>
            <ac:spMk id="8" creationId="{37C89E4B-3C9F-44B9-8B86-D9E3D112D8EC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3:38.018" v="355"/>
          <ac:spMkLst>
            <pc:docMk/>
            <pc:sldMk cId="655940534" sldId="344"/>
            <ac:spMk id="14" creationId="{85149191-5F60-4A28-AAFF-039F96B0F3EC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3:38.018" v="355"/>
          <ac:spMkLst>
            <pc:docMk/>
            <pc:sldMk cId="655940534" sldId="344"/>
            <ac:spMk id="15" creationId="{A8384FB5-9ADC-4DDC-881B-597D56F5B15D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3:38.018" v="355"/>
          <ac:spMkLst>
            <pc:docMk/>
            <pc:sldMk cId="655940534" sldId="344"/>
            <ac:spMk id="16" creationId="{F8260ED5-17F7-4158-B241-D51DD4CF1B7E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3:38.018" v="355"/>
          <ac:spMkLst>
            <pc:docMk/>
            <pc:sldMk cId="655940534" sldId="344"/>
            <ac:spMk id="17" creationId="{91E5A9A7-95C6-4F4F-B00E-C82E07FE62EF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3:38.018" v="355"/>
          <ac:spMkLst>
            <pc:docMk/>
            <pc:sldMk cId="655940534" sldId="344"/>
            <ac:spMk id="18" creationId="{D07DD2DE-F619-49DD-B5E7-03A290FF4ED1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3:42.924" v="357"/>
          <ac:spMkLst>
            <pc:docMk/>
            <pc:sldMk cId="655940534" sldId="344"/>
            <ac:spMk id="20" creationId="{D4771268-CB57-404A-9271-370EB28F6090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3:45.643" v="359"/>
          <ac:spMkLst>
            <pc:docMk/>
            <pc:sldMk cId="655940534" sldId="344"/>
            <ac:spMk id="22" creationId="{6753252F-4873-4F63-801D-CC719279A7D5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3:45.643" v="359"/>
          <ac:spMkLst>
            <pc:docMk/>
            <pc:sldMk cId="655940534" sldId="344"/>
            <ac:spMk id="23" creationId="{047C8CCB-F95D-4249-92DD-651249D3535A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3:50.643" v="361"/>
          <ac:spMkLst>
            <pc:docMk/>
            <pc:sldMk cId="655940534" sldId="344"/>
            <ac:spMk id="25" creationId="{47942995-B07F-4636-9A06-C6A104B260A8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3:50.643" v="361"/>
          <ac:spMkLst>
            <pc:docMk/>
            <pc:sldMk cId="655940534" sldId="344"/>
            <ac:spMk id="28" creationId="{B81933D1-5615-42C7-9C0B-4EB7105CCE2D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3:50.643" v="361"/>
          <ac:spMkLst>
            <pc:docMk/>
            <pc:sldMk cId="655940534" sldId="344"/>
            <ac:spMk id="29" creationId="{19C9EAEA-39D0-4B0E-A0EB-51E7B26740B1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4:40.705" v="369"/>
          <ac:spMkLst>
            <pc:docMk/>
            <pc:sldMk cId="655940534" sldId="344"/>
            <ac:spMk id="31" creationId="{6753252F-4873-4F63-801D-CC719279A7D5}"/>
          </ac:spMkLst>
        </pc:spChg>
        <pc:spChg chg="add del">
          <ac:chgData name="Mirnal Singh" userId="S::mirnal.singh@mphasis.com::20432424-89ca-4e36-b505-24511e7f2f24" providerId="AD" clId="Web-{85EE52F2-BB2D-44E8-DDF8-54063A4722D0}" dt="2026-04-22T08:04:40.705" v="369"/>
          <ac:spMkLst>
            <pc:docMk/>
            <pc:sldMk cId="655940534" sldId="344"/>
            <ac:spMk id="32" creationId="{047C8CCB-F95D-4249-92DD-651249D3535A}"/>
          </ac:spMkLst>
        </pc:spChg>
        <pc:grpChg chg="add del">
          <ac:chgData name="Mirnal Singh" userId="S::mirnal.singh@mphasis.com::20432424-89ca-4e36-b505-24511e7f2f24" providerId="AD" clId="Web-{85EE52F2-BB2D-44E8-DDF8-54063A4722D0}" dt="2026-04-22T08:03:50.643" v="361"/>
          <ac:grpSpMkLst>
            <pc:docMk/>
            <pc:sldMk cId="655940534" sldId="344"/>
            <ac:grpSpMk id="26" creationId="{032D8612-31EB-44CF-A1D0-14FD4C705424}"/>
          </ac:grpSpMkLst>
        </pc:grpChg>
        <pc:picChg chg="add del mod">
          <ac:chgData name="Mirnal Singh" userId="S::mirnal.singh@mphasis.com::20432424-89ca-4e36-b505-24511e7f2f24" providerId="AD" clId="Web-{85EE52F2-BB2D-44E8-DDF8-54063A4722D0}" dt="2026-04-22T08:08:45.846" v="379"/>
          <ac:picMkLst>
            <pc:docMk/>
            <pc:sldMk cId="655940534" sldId="344"/>
            <ac:picMk id="3" creationId="{42BB4C50-29C0-CF0E-687F-4A5ADB172701}"/>
          </ac:picMkLst>
        </pc:picChg>
        <pc:picChg chg="add del mod">
          <ac:chgData name="Mirnal Singh" userId="S::mirnal.singh@mphasis.com::20432424-89ca-4e36-b505-24511e7f2f24" providerId="AD" clId="Web-{85EE52F2-BB2D-44E8-DDF8-54063A4722D0}" dt="2026-04-22T08:27:17.393" v="434"/>
          <ac:picMkLst>
            <pc:docMk/>
            <pc:sldMk cId="655940534" sldId="344"/>
            <ac:picMk id="9" creationId="{E48DDD70-66C6-A721-026C-3D2FDBB112B2}"/>
          </ac:picMkLst>
        </pc:picChg>
        <pc:picChg chg="add mod modCrop">
          <ac:chgData name="Mirnal Singh" userId="S::mirnal.singh@mphasis.com::20432424-89ca-4e36-b505-24511e7f2f24" providerId="AD" clId="Web-{85EE52F2-BB2D-44E8-DDF8-54063A4722D0}" dt="2026-04-22T08:27:52.315" v="437"/>
          <ac:picMkLst>
            <pc:docMk/>
            <pc:sldMk cId="655940534" sldId="344"/>
            <ac:picMk id="19" creationId="{C3F4DB30-7F98-188E-5745-BE1BF307B479}"/>
          </ac:picMkLst>
        </pc:picChg>
        <pc:cxnChg chg="add del">
          <ac:chgData name="Mirnal Singh" userId="S::mirnal.singh@mphasis.com::20432424-89ca-4e36-b505-24511e7f2f24" providerId="AD" clId="Web-{85EE52F2-BB2D-44E8-DDF8-54063A4722D0}" dt="2026-04-22T08:03:35.565" v="353"/>
          <ac:cxnSpMkLst>
            <pc:docMk/>
            <pc:sldMk cId="655940534" sldId="344"/>
            <ac:cxnSpMk id="10" creationId="{AA2EAA10-076F-46BD-8F0F-B9A2FB77A85C}"/>
          </ac:cxnSpMkLst>
        </pc:cxnChg>
        <pc:cxnChg chg="add del">
          <ac:chgData name="Mirnal Singh" userId="S::mirnal.singh@mphasis.com::20432424-89ca-4e36-b505-24511e7f2f24" providerId="AD" clId="Web-{85EE52F2-BB2D-44E8-DDF8-54063A4722D0}" dt="2026-04-22T08:03:35.565" v="353"/>
          <ac:cxnSpMkLst>
            <pc:docMk/>
            <pc:sldMk cId="655940534" sldId="344"/>
            <ac:cxnSpMk id="12" creationId="{D891E407-403B-4764-86C9-33A56D3BCAA3}"/>
          </ac:cxnSpMkLst>
        </pc:cxnChg>
      </pc:sldChg>
      <pc:sldChg chg="addSp delSp modSp add ord replId">
        <pc:chgData name="Mirnal Singh" userId="S::mirnal.singh@mphasis.com::20432424-89ca-4e36-b505-24511e7f2f24" providerId="AD" clId="Web-{85EE52F2-BB2D-44E8-DDF8-54063A4722D0}" dt="2026-04-22T09:28:15.483" v="446"/>
        <pc:sldMkLst>
          <pc:docMk/>
          <pc:sldMk cId="2273279896" sldId="345"/>
        </pc:sldMkLst>
        <pc:picChg chg="add mod modCrop">
          <ac:chgData name="Mirnal Singh" userId="S::mirnal.singh@mphasis.com::20432424-89ca-4e36-b505-24511e7f2f24" providerId="AD" clId="Web-{85EE52F2-BB2D-44E8-DDF8-54063A4722D0}" dt="2026-04-22T08:31:34.986" v="444"/>
          <ac:picMkLst>
            <pc:docMk/>
            <pc:sldMk cId="2273279896" sldId="345"/>
            <ac:picMk id="3" creationId="{6ACA24D4-D2B5-D6A6-7CDC-3A6C517219A1}"/>
          </ac:picMkLst>
        </pc:picChg>
        <pc:picChg chg="del">
          <ac:chgData name="Mirnal Singh" userId="S::mirnal.singh@mphasis.com::20432424-89ca-4e36-b505-24511e7f2f24" providerId="AD" clId="Web-{85EE52F2-BB2D-44E8-DDF8-54063A4722D0}" dt="2026-04-22T08:30:52.174" v="439"/>
          <ac:picMkLst>
            <pc:docMk/>
            <pc:sldMk cId="2273279896" sldId="345"/>
            <ac:picMk id="19" creationId="{E3D1D6B8-E32C-9D61-B13F-5E541AA0CFC7}"/>
          </ac:picMkLst>
        </pc:picChg>
      </pc:sldChg>
    </pc:docChg>
  </pc:docChgLst>
  <pc:docChgLst>
    <pc:chgData name="Mirnal Singh" userId="S::mirnal.singh@mphasis.com::20432424-89ca-4e36-b505-24511e7f2f24" providerId="AD" clId="Web-{F698857E-D8E7-2513-1E8A-50589ABAE10F}"/>
    <pc:docChg chg="addSld delSld modSld">
      <pc:chgData name="Mirnal Singh" userId="S::mirnal.singh@mphasis.com::20432424-89ca-4e36-b505-24511e7f2f24" providerId="AD" clId="Web-{F698857E-D8E7-2513-1E8A-50589ABAE10F}" dt="2026-04-06T11:05:51.600" v="119" actId="20577"/>
      <pc:docMkLst>
        <pc:docMk/>
      </pc:docMkLst>
      <pc:sldChg chg="modSp">
        <pc:chgData name="Mirnal Singh" userId="S::mirnal.singh@mphasis.com::20432424-89ca-4e36-b505-24511e7f2f24" providerId="AD" clId="Web-{F698857E-D8E7-2513-1E8A-50589ABAE10F}" dt="2026-04-06T10:50:56.253" v="11" actId="1076"/>
        <pc:sldMkLst>
          <pc:docMk/>
          <pc:sldMk cId="3020768860" sldId="322"/>
        </pc:sldMkLst>
        <pc:spChg chg="mod">
          <ac:chgData name="Mirnal Singh" userId="S::mirnal.singh@mphasis.com::20432424-89ca-4e36-b505-24511e7f2f24" providerId="AD" clId="Web-{F698857E-D8E7-2513-1E8A-50589ABAE10F}" dt="2026-04-06T10:50:56.253" v="11" actId="1076"/>
          <ac:spMkLst>
            <pc:docMk/>
            <pc:sldMk cId="3020768860" sldId="322"/>
            <ac:spMk id="11" creationId="{83538B45-BA2A-ADB9-5A9A-C7106D0B59FF}"/>
          </ac:spMkLst>
        </pc:spChg>
      </pc:sldChg>
      <pc:sldChg chg="modSp add replId">
        <pc:chgData name="Mirnal Singh" userId="S::mirnal.singh@mphasis.com::20432424-89ca-4e36-b505-24511e7f2f24" providerId="AD" clId="Web-{F698857E-D8E7-2513-1E8A-50589ABAE10F}" dt="2026-04-06T10:55:08.644" v="66" actId="20577"/>
        <pc:sldMkLst>
          <pc:docMk/>
          <pc:sldMk cId="3690448170" sldId="332"/>
        </pc:sldMkLst>
        <pc:spChg chg="mod">
          <ac:chgData name="Mirnal Singh" userId="S::mirnal.singh@mphasis.com::20432424-89ca-4e36-b505-24511e7f2f24" providerId="AD" clId="Web-{F698857E-D8E7-2513-1E8A-50589ABAE10F}" dt="2026-04-06T10:45:15.877" v="6" actId="20577"/>
          <ac:spMkLst>
            <pc:docMk/>
            <pc:sldMk cId="3690448170" sldId="332"/>
            <ac:spMk id="2" creationId="{9FFFD951-59C7-97BC-34BE-54D14C7BE882}"/>
          </ac:spMkLst>
        </pc:spChg>
      </pc:sldChg>
      <pc:sldChg chg="modSp add replId">
        <pc:chgData name="Mirnal Singh" userId="S::mirnal.singh@mphasis.com::20432424-89ca-4e36-b505-24511e7f2f24" providerId="AD" clId="Web-{F698857E-D8E7-2513-1E8A-50589ABAE10F}" dt="2026-04-06T11:00:10.131" v="109" actId="20577"/>
        <pc:sldMkLst>
          <pc:docMk/>
          <pc:sldMk cId="3924462474" sldId="335"/>
        </pc:sldMkLst>
        <pc:spChg chg="mod">
          <ac:chgData name="Mirnal Singh" userId="S::mirnal.singh@mphasis.com::20432424-89ca-4e36-b505-24511e7f2f24" providerId="AD" clId="Web-{F698857E-D8E7-2513-1E8A-50589ABAE10F}" dt="2026-04-06T10:56:25.020" v="76" actId="20577"/>
          <ac:spMkLst>
            <pc:docMk/>
            <pc:sldMk cId="3924462474" sldId="335"/>
            <ac:spMk id="2" creationId="{CCC753AD-B7F5-BCF8-9697-CC81B25C385E}"/>
          </ac:spMkLst>
        </pc:spChg>
      </pc:sldChg>
      <pc:sldChg chg="modSp add replId">
        <pc:chgData name="Mirnal Singh" userId="S::mirnal.singh@mphasis.com::20432424-89ca-4e36-b505-24511e7f2f24" providerId="AD" clId="Web-{F698857E-D8E7-2513-1E8A-50589ABAE10F}" dt="2026-04-06T11:05:51.600" v="119" actId="20577"/>
        <pc:sldMkLst>
          <pc:docMk/>
          <pc:sldMk cId="3070622826" sldId="336"/>
        </pc:sldMkLst>
        <pc:spChg chg="mod">
          <ac:chgData name="Mirnal Singh" userId="S::mirnal.singh@mphasis.com::20432424-89ca-4e36-b505-24511e7f2f24" providerId="AD" clId="Web-{F698857E-D8E7-2513-1E8A-50589ABAE10F}" dt="2026-04-06T11:05:51.600" v="119" actId="20577"/>
          <ac:spMkLst>
            <pc:docMk/>
            <pc:sldMk cId="3070622826" sldId="336"/>
            <ac:spMk id="2" creationId="{AAA68511-EEC0-FCD5-51A8-61301B2C8FE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0AC94-0181-4A66-8470-6645707189E2}" type="datetimeFigureOut"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8F1ABC-5858-4A8F-A753-57A6975D44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5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595FD-BB9E-96FB-EB1C-D712D42C1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9EA9B-32D7-F40F-7745-79824BFB4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0827B-1282-FCB3-3500-094BCF8E0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{</a:t>
            </a:r>
          </a:p>
          <a:p>
            <a:r>
              <a:rPr lang="en-US"/>
              <a:t>  "80C": { "limit": 150000 },</a:t>
            </a:r>
          </a:p>
          <a:p>
            <a:r>
              <a:rPr lang="en-US"/>
              <a:t>  "80D": { "limit": 25000 }</a:t>
            </a:r>
          </a:p>
          <a:p>
            <a:r>
              <a:rPr lang="en-US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E9D3E-DE43-E134-6331-65AE7533D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25E44B-E3AC-48DF-AC4D-1C7A7860DA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188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82F06-356D-C332-1AD7-262E92A44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EDA04-A1DE-E815-8DB6-4104FE8B4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57C4F-D0B8-F612-CEDA-DE51E9857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3416A-6B72-2236-AF4C-FE48D6311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25E44B-E3AC-48DF-AC4D-1C7A7860DA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395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101E-4EDE-7205-5881-B471D4A5A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51A0E9-05C9-634C-CCCD-5577E4C46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170B7-72A5-1FB1-6048-492286037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79EFB-7823-B0C2-AC32-35A659114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25E44B-E3AC-48DF-AC4D-1C7A7860DA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1205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1D0CB7-1EFF-7F64-6E25-7E6BE8C525C8}"/>
              </a:ext>
            </a:extLst>
          </p:cNvPr>
          <p:cNvSpPr/>
          <p:nvPr/>
        </p:nvSpPr>
        <p:spPr>
          <a:xfrm>
            <a:off x="-14377" y="3911"/>
            <a:ext cx="12192000" cy="24140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0" b="1">
                <a:solidFill>
                  <a:schemeClr val="bg1"/>
                </a:solidFill>
              </a:rPr>
              <a:t>Shift-Left Compliance Agents</a:t>
            </a:r>
            <a:endParaRPr lang="en-US" sz="6000">
              <a:solidFill>
                <a:schemeClr val="bg1"/>
              </a:solidFill>
            </a:endParaRPr>
          </a:p>
          <a:p>
            <a:pPr algn="ctr"/>
            <a:r>
              <a:rPr lang="en-US" sz="6000" b="1">
                <a:solidFill>
                  <a:schemeClr val="bg1"/>
                </a:solidFill>
              </a:rPr>
              <a:t>Design &amp; Deliverables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DEC99-748F-40B4-B9C5-27A21B481953}"/>
              </a:ext>
            </a:extLst>
          </p:cNvPr>
          <p:cNvSpPr/>
          <p:nvPr/>
        </p:nvSpPr>
        <p:spPr>
          <a:xfrm>
            <a:off x="0" y="2779776"/>
            <a:ext cx="12192000" cy="115214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/>
              <a:t>Using</a:t>
            </a:r>
          </a:p>
          <a:p>
            <a:pPr algn="ctr"/>
            <a:r>
              <a:rPr lang="en-US" sz="2400"/>
              <a:t>Python, SONARQUBE, MongoDB, React, Git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B7DD1E-D953-1339-B467-F06C2B2E9D31}"/>
              </a:ext>
            </a:extLst>
          </p:cNvPr>
          <p:cNvSpPr/>
          <p:nvPr/>
        </p:nvSpPr>
        <p:spPr>
          <a:xfrm>
            <a:off x="7602059" y="4515526"/>
            <a:ext cx="2066544" cy="1810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Your Photo Goes here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9C652-E1CC-5190-0E74-2A29EC839834}"/>
              </a:ext>
            </a:extLst>
          </p:cNvPr>
          <p:cNvSpPr txBox="1"/>
          <p:nvPr/>
        </p:nvSpPr>
        <p:spPr>
          <a:xfrm>
            <a:off x="5317142" y="3926399"/>
            <a:ext cx="1574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Contributors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0D388E-F95F-A24A-ABDD-3007F26929E2}"/>
              </a:ext>
            </a:extLst>
          </p:cNvPr>
          <p:cNvSpPr/>
          <p:nvPr/>
        </p:nvSpPr>
        <p:spPr>
          <a:xfrm>
            <a:off x="2514369" y="4515525"/>
            <a:ext cx="2066544" cy="1810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Your Photo Goes here</a:t>
            </a:r>
          </a:p>
        </p:txBody>
      </p:sp>
      <p:pic>
        <p:nvPicPr>
          <p:cNvPr id="3" name="Picture 2" descr="A portrait of a child&#10;&#10;AI-generated content may be incorrect.">
            <a:extLst>
              <a:ext uri="{FF2B5EF4-FFF2-40B4-BE49-F238E27FC236}">
                <a16:creationId xmlns:a16="http://schemas.microsoft.com/office/drawing/2014/main" id="{7B12AF9E-DFE3-947E-C2C5-18973A999A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89" t="7102" r="3629" b="13043"/>
          <a:stretch>
            <a:fillRect/>
          </a:stretch>
        </p:blipFill>
        <p:spPr>
          <a:xfrm>
            <a:off x="2514862" y="4213528"/>
            <a:ext cx="2074878" cy="21125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D8B803-D357-4404-5706-6E9F417F7AB1}"/>
              </a:ext>
            </a:extLst>
          </p:cNvPr>
          <p:cNvSpPr txBox="1"/>
          <p:nvPr/>
        </p:nvSpPr>
        <p:spPr>
          <a:xfrm>
            <a:off x="2427719" y="6482428"/>
            <a:ext cx="22645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Mirnal Pratap Singh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6782E1-17C3-C82E-CC56-459FE1F602C0}"/>
              </a:ext>
            </a:extLst>
          </p:cNvPr>
          <p:cNvSpPr txBox="1"/>
          <p:nvPr/>
        </p:nvSpPr>
        <p:spPr>
          <a:xfrm>
            <a:off x="7502926" y="6482427"/>
            <a:ext cx="22645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Satyam </a:t>
            </a:r>
            <a:r>
              <a:rPr lang="en-US" err="1"/>
              <a:t>Laheri</a:t>
            </a:r>
          </a:p>
        </p:txBody>
      </p:sp>
      <p:pic>
        <p:nvPicPr>
          <p:cNvPr id="12" name="Picture 11" descr="A person with a beard&#10;&#10;AI-generated content may be incorrect.">
            <a:extLst>
              <a:ext uri="{FF2B5EF4-FFF2-40B4-BE49-F238E27FC236}">
                <a16:creationId xmlns:a16="http://schemas.microsoft.com/office/drawing/2014/main" id="{026EDB70-4065-6367-444E-1E3CC088F0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688" r="-197"/>
          <a:stretch>
            <a:fillRect/>
          </a:stretch>
        </p:blipFill>
        <p:spPr>
          <a:xfrm>
            <a:off x="7440282" y="4207319"/>
            <a:ext cx="2405768" cy="21187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99607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E31E1-FFAE-3648-8C06-BD9CDEA63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860500-D521-82BC-0C3B-CACC41283F11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solidFill>
                  <a:schemeClr val="tx1"/>
                </a:solidFill>
              </a:rPr>
              <a:t>Shift-Left Compliance Agents-Design &amp; Deliverables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093953-8CAD-DAEF-981B-D8073D811E05}"/>
              </a:ext>
            </a:extLst>
          </p:cNvPr>
          <p:cNvGraphicFramePr>
            <a:graphicFrameLocks noGrp="1"/>
          </p:cNvGraphicFramePr>
          <p:nvPr/>
        </p:nvGraphicFramePr>
        <p:xfrm>
          <a:off x="0" y="636905"/>
          <a:ext cx="6510528" cy="610626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70176">
                  <a:extLst>
                    <a:ext uri="{9D8B030D-6E8A-4147-A177-3AD203B41FA5}">
                      <a16:colId xmlns:a16="http://schemas.microsoft.com/office/drawing/2014/main" val="420193023"/>
                    </a:ext>
                  </a:extLst>
                </a:gridCol>
                <a:gridCol w="2170176">
                  <a:extLst>
                    <a:ext uri="{9D8B030D-6E8A-4147-A177-3AD203B41FA5}">
                      <a16:colId xmlns:a16="http://schemas.microsoft.com/office/drawing/2014/main" val="3545572716"/>
                    </a:ext>
                  </a:extLst>
                </a:gridCol>
                <a:gridCol w="2170176">
                  <a:extLst>
                    <a:ext uri="{9D8B030D-6E8A-4147-A177-3AD203B41FA5}">
                      <a16:colId xmlns:a16="http://schemas.microsoft.com/office/drawing/2014/main" val="1742865752"/>
                    </a:ext>
                  </a:extLst>
                </a:gridCol>
              </a:tblGrid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Layer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Components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Description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736952575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Input Layer</a:t>
                      </a:r>
                      <a:endParaRPr lang="en-US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Source Code Repository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Java Spring Boot codebase (Git)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472106524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Trigger Layer</a:t>
                      </a:r>
                      <a:endParaRPr lang="en-US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CI/CD Hook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Pre-build trigger (GitHub Actions / Jenkins)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625151330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Scanning Layer</a:t>
                      </a:r>
                      <a:endParaRPr lang="en-US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Static Code Analysis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Run SonarQube scan to detect issues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226684351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Rule Engine Layer</a:t>
                      </a:r>
                      <a:endParaRPr lang="en-US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SONAR Rule Processor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Compare issues against defined rules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557450343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AI Agent Layer</a:t>
                      </a:r>
                      <a:endParaRPr lang="en-US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Code Fix Generator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Suggest/fix code using AI models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212300641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Validation Layer</a:t>
                      </a:r>
                      <a:endParaRPr lang="en-US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Code Quality Check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Re-validate fixes via Sonar scan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078718475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Automation Layer</a:t>
                      </a:r>
                      <a:endParaRPr lang="en-US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Patch Generator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Create PR / commit with fixes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756872437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Output Layer</a:t>
                      </a:r>
                      <a:endParaRPr lang="en-US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Reports &amp; Logs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Provide compliance report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439123827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Dashboard Layer</a:t>
                      </a:r>
                      <a:endParaRPr lang="en-US" sz="17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UI / Monitoring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View issues, fixes, trends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591748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A3996A-65EB-9AAE-70BE-1575CCBC0153}"/>
              </a:ext>
            </a:extLst>
          </p:cNvPr>
          <p:cNvSpPr txBox="1"/>
          <p:nvPr/>
        </p:nvSpPr>
        <p:spPr>
          <a:xfrm>
            <a:off x="6760464" y="4711845"/>
            <a:ext cx="5431536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Deliverables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CI/CD integrated code scanning pipeline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SONAR rule-based issue detection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AI-based code fix agent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Automated patch/PR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Validation and reporting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Dashboard for monitoring compliance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0AA82A-3987-CCEE-80F8-361754F37CD1}"/>
              </a:ext>
            </a:extLst>
          </p:cNvPr>
          <p:cNvSpPr txBox="1"/>
          <p:nvPr/>
        </p:nvSpPr>
        <p:spPr>
          <a:xfrm>
            <a:off x="6760464" y="612859"/>
            <a:ext cx="5431536" cy="3970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Suggested Tech Stack</a:t>
            </a:r>
          </a:p>
          <a:p>
            <a:pPr>
              <a:buNone/>
            </a:pPr>
            <a:r>
              <a:rPr lang="en-US" b="1"/>
              <a:t>Agents</a:t>
            </a:r>
          </a:p>
          <a:p>
            <a:pPr>
              <a:buNone/>
            </a:pPr>
            <a:r>
              <a:rPr lang="en-US" b="1"/>
              <a:t> </a:t>
            </a:r>
            <a:r>
              <a:rPr lang="en-US"/>
              <a:t>TBD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Backend / AI</a:t>
            </a:r>
            <a:r>
              <a:rPr lang="en-US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Python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LLM APIs / Open-source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Code Analysis</a:t>
            </a:r>
            <a:r>
              <a:rPr lang="en-US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SonarQube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CI/CD</a:t>
            </a:r>
            <a:r>
              <a:rPr lang="en-US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Jenkins / GitHub 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Frontend/UI</a:t>
            </a:r>
            <a:r>
              <a:rPr lang="en-US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Streamlit</a:t>
            </a:r>
            <a:r>
              <a:rPr lang="en-US"/>
              <a:t> / React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Version Control</a:t>
            </a:r>
            <a:r>
              <a:rPr lang="en-US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1529630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C39FA-D528-45CA-7B9D-F4D39F8E5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6CB8FC-BB45-8B2E-4CC3-BFF46357752A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4000">
                <a:solidFill>
                  <a:schemeClr val="tx1"/>
                </a:solidFill>
              </a:rPr>
              <a:t>Shift-Left Compliance Agents: 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Things to 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05EE5-7359-A82F-324B-C08AC80F3046}"/>
              </a:ext>
            </a:extLst>
          </p:cNvPr>
          <p:cNvSpPr txBox="1"/>
          <p:nvPr/>
        </p:nvSpPr>
        <p:spPr>
          <a:xfrm>
            <a:off x="0" y="665494"/>
            <a:ext cx="6217920" cy="23083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Phase 1: Requirement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Define: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Scope of compliance (Sonar rules, security, code quality)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Identify: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Supported languages (Java Spring Boot)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Define: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CI/CD integration points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38B45-BA2A-ADB9-5A9A-C7106D0B59FF}"/>
              </a:ext>
            </a:extLst>
          </p:cNvPr>
          <p:cNvSpPr txBox="1"/>
          <p:nvPr/>
        </p:nvSpPr>
        <p:spPr>
          <a:xfrm>
            <a:off x="0" y="3055988"/>
            <a:ext cx="6217920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Phase 2: Environment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Setup: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SonarQube server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Sample Java Spring Boot project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Configure: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Sonar scanner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7747D0-020E-43B7-9389-B7C590D74554}"/>
              </a:ext>
            </a:extLst>
          </p:cNvPr>
          <p:cNvSpPr txBox="1"/>
          <p:nvPr/>
        </p:nvSpPr>
        <p:spPr>
          <a:xfrm>
            <a:off x="0" y="4892484"/>
            <a:ext cx="6217920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/>
              <a:t>Phase 3: Code Scanning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Integrate SonarQube with: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CI/CD pipeline (Jenkins / GitHub Actions)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Run scans: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Before build (shift-left approach)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1122EC-A420-9294-6F0D-993B2891FDE4}"/>
              </a:ext>
            </a:extLst>
          </p:cNvPr>
          <p:cNvSpPr txBox="1"/>
          <p:nvPr/>
        </p:nvSpPr>
        <p:spPr>
          <a:xfrm>
            <a:off x="6364224" y="665494"/>
            <a:ext cx="5827776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Phase 4: SONAR Rule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Extract: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Sonar issues (bugs, vulnerabilities, code smells)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Map: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Issues → rules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Categorize: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Severity (low, medium, high)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E66A8F-E788-F753-6679-75E617F52B88}"/>
              </a:ext>
            </a:extLst>
          </p:cNvPr>
          <p:cNvSpPr txBox="1"/>
          <p:nvPr/>
        </p:nvSpPr>
        <p:spPr>
          <a:xfrm>
            <a:off x="6364224" y="2778989"/>
            <a:ext cx="5827776" cy="258532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Phase 5: AI Agent Development (Core)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Build AI agent 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Analyze code issues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Suggest fixes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Use: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LLMs / code models (Open-source or APIs)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Example: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Fix null pointer issues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Improve code formatting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641719-122C-2B6B-0A7E-424511A57AC2}"/>
              </a:ext>
            </a:extLst>
          </p:cNvPr>
          <p:cNvSpPr txBox="1"/>
          <p:nvPr/>
        </p:nvSpPr>
        <p:spPr>
          <a:xfrm>
            <a:off x="4113885" y="1493395"/>
            <a:ext cx="198519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Start: 26.03.2026</a:t>
            </a:r>
          </a:p>
          <a:p>
            <a:r>
              <a:rPr lang="en-US"/>
              <a:t>End: 27.03.2026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C92E0DF-AECC-2A3B-6DFF-2ACB57898C7D}"/>
              </a:ext>
            </a:extLst>
          </p:cNvPr>
          <p:cNvSpPr txBox="1"/>
          <p:nvPr/>
        </p:nvSpPr>
        <p:spPr>
          <a:xfrm>
            <a:off x="4113884" y="4167584"/>
            <a:ext cx="198519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Start: 27.03.2026</a:t>
            </a:r>
          </a:p>
          <a:p>
            <a:r>
              <a:rPr lang="en-US"/>
              <a:t>End: 29.03.2026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4CA4A9C-F925-CB3F-6198-A5173F2166A3}"/>
              </a:ext>
            </a:extLst>
          </p:cNvPr>
          <p:cNvSpPr txBox="1"/>
          <p:nvPr/>
        </p:nvSpPr>
        <p:spPr>
          <a:xfrm>
            <a:off x="9979847" y="1694678"/>
            <a:ext cx="198519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Start: 30.03.2026</a:t>
            </a:r>
          </a:p>
          <a:p>
            <a:r>
              <a:rPr lang="en-US"/>
              <a:t>End: 31.03.2026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E819CB08-CFB7-9A24-B167-19271395563C}"/>
              </a:ext>
            </a:extLst>
          </p:cNvPr>
          <p:cNvSpPr txBox="1"/>
          <p:nvPr/>
        </p:nvSpPr>
        <p:spPr>
          <a:xfrm>
            <a:off x="4228903" y="5993508"/>
            <a:ext cx="198519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Start: 30.03.2026</a:t>
            </a:r>
          </a:p>
          <a:p>
            <a:r>
              <a:rPr lang="en-US"/>
              <a:t>End: 31.03.2026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B1035EF4-5F34-2A26-5134-C9950116E1D4}"/>
              </a:ext>
            </a:extLst>
          </p:cNvPr>
          <p:cNvSpPr txBox="1"/>
          <p:nvPr/>
        </p:nvSpPr>
        <p:spPr>
          <a:xfrm>
            <a:off x="9979847" y="3434338"/>
            <a:ext cx="198519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Start: 1.04.2026</a:t>
            </a:r>
          </a:p>
          <a:p>
            <a:r>
              <a:rPr lang="en-US"/>
              <a:t>End: 3.04.2026</a:t>
            </a:r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4B71D2D8-5C89-BDC4-B12C-99BC406871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3781" y="671422"/>
            <a:ext cx="569344" cy="583722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7E22886D-3BC4-369D-9042-7997F47D42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3780" y="4797723"/>
            <a:ext cx="569344" cy="583722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91F9D29D-4E3B-AE7E-3A10-4628281E20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3781" y="3058063"/>
            <a:ext cx="569344" cy="583722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D8F081D8-BFB1-D667-0730-16F95B3EDD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5403" y="671421"/>
            <a:ext cx="569344" cy="583722"/>
          </a:xfrm>
          <a:prstGeom prst="rect">
            <a:avLst/>
          </a:prstGeom>
        </p:spPr>
      </p:pic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71832540-E7F3-65A6-FF4B-D51717FA2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5403" y="2770516"/>
            <a:ext cx="569344" cy="58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76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E9A8-8D21-6AB9-8DF4-A72850B5C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943170-DF13-B682-EB77-5DB41B1D7E49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4000">
                <a:solidFill>
                  <a:schemeClr val="tx1"/>
                </a:solidFill>
              </a:rPr>
              <a:t> Shift-Left Compliance Agents: 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Things to 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E0040-0091-A5A5-0D79-62D97DFFAAE5}"/>
              </a:ext>
            </a:extLst>
          </p:cNvPr>
          <p:cNvSpPr txBox="1"/>
          <p:nvPr/>
        </p:nvSpPr>
        <p:spPr>
          <a:xfrm>
            <a:off x="0" y="656476"/>
            <a:ext cx="6217920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Phase 6: Automated Code Fixing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Generate: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Code patches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Apply: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Suggested fixes automatically (or semi-automated)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Create: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Pull requests / commits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B6B23-4DF0-9FA4-47A7-667236A41783}"/>
              </a:ext>
            </a:extLst>
          </p:cNvPr>
          <p:cNvSpPr txBox="1"/>
          <p:nvPr/>
        </p:nvSpPr>
        <p:spPr>
          <a:xfrm>
            <a:off x="0" y="2724377"/>
            <a:ext cx="6217920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Phase 7: Validation Loop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Re-run: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Sonar scan after fixes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Ensure: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Issues reduced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Track: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Before vs after metrics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DB2BFB-3F47-138F-8FDB-1A4395A63BFA}"/>
              </a:ext>
            </a:extLst>
          </p:cNvPr>
          <p:cNvSpPr txBox="1"/>
          <p:nvPr/>
        </p:nvSpPr>
        <p:spPr>
          <a:xfrm>
            <a:off x="0" y="4792278"/>
            <a:ext cx="6217920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Phase 8: Reporting &amp; Logging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Generate: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Compliance reports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Issues found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Fixes applied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Remaining issues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F74F1D-BBD8-FEDD-B1F3-234B2CEA2CB6}"/>
              </a:ext>
            </a:extLst>
          </p:cNvPr>
          <p:cNvSpPr txBox="1"/>
          <p:nvPr/>
        </p:nvSpPr>
        <p:spPr>
          <a:xfrm>
            <a:off x="6382512" y="693052"/>
            <a:ext cx="5809488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Phase 9: Dashboard /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Build using: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/>
              <a:t>Streamlit</a:t>
            </a:r>
            <a:r>
              <a:rPr lang="en-US"/>
              <a:t> / Web UI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Display: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Issue trends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Fix success rate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Code quality metrics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AB70EF-3C88-E398-4AB8-3AFB449A2B89}"/>
              </a:ext>
            </a:extLst>
          </p:cNvPr>
          <p:cNvSpPr txBox="1"/>
          <p:nvPr/>
        </p:nvSpPr>
        <p:spPr>
          <a:xfrm>
            <a:off x="6382512" y="2797529"/>
            <a:ext cx="5809488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Phase 10: Testing &amp;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Test: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Different codebases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Validate: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Accuracy of fixes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Reduction in issues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5BF3A9-0C55-E1C9-1DB4-52CF95C33C90}"/>
              </a:ext>
            </a:extLst>
          </p:cNvPr>
          <p:cNvSpPr txBox="1"/>
          <p:nvPr/>
        </p:nvSpPr>
        <p:spPr>
          <a:xfrm>
            <a:off x="6382512" y="4625007"/>
            <a:ext cx="5809488" cy="14773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Phase 11 (Optional Advanced)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Multi-language support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Security vulnerability auto-fix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Integration with multiple CI/CD tools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Learning-based agent (improves over time)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8777C-8AA1-ADD7-30E9-010E00579724}"/>
              </a:ext>
            </a:extLst>
          </p:cNvPr>
          <p:cNvSpPr txBox="1"/>
          <p:nvPr/>
        </p:nvSpPr>
        <p:spPr>
          <a:xfrm>
            <a:off x="3883847" y="1148338"/>
            <a:ext cx="198519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Start: 4.04.2026</a:t>
            </a:r>
          </a:p>
          <a:p>
            <a:r>
              <a:rPr lang="en-US"/>
              <a:t>End: 6.04.2026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474DA12-ADCB-3E89-64CE-ACDFE9669C96}"/>
              </a:ext>
            </a:extLst>
          </p:cNvPr>
          <p:cNvSpPr txBox="1"/>
          <p:nvPr/>
        </p:nvSpPr>
        <p:spPr>
          <a:xfrm>
            <a:off x="3883847" y="3419961"/>
            <a:ext cx="198519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Start: 6.04.2026</a:t>
            </a:r>
          </a:p>
          <a:p>
            <a:r>
              <a:rPr lang="en-US"/>
              <a:t>End: 9.04.2026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859E22CD-4B8B-2370-0880-2F3594DA1C77}"/>
              </a:ext>
            </a:extLst>
          </p:cNvPr>
          <p:cNvSpPr txBox="1"/>
          <p:nvPr/>
        </p:nvSpPr>
        <p:spPr>
          <a:xfrm>
            <a:off x="3883847" y="5490301"/>
            <a:ext cx="198519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Start: 10.04.2026</a:t>
            </a:r>
          </a:p>
          <a:p>
            <a:r>
              <a:rPr lang="en-US"/>
              <a:t>End: 14.04.2026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83792D-050F-E7BD-EC56-B240DDCD4699}"/>
              </a:ext>
            </a:extLst>
          </p:cNvPr>
          <p:cNvSpPr txBox="1"/>
          <p:nvPr/>
        </p:nvSpPr>
        <p:spPr>
          <a:xfrm>
            <a:off x="9936714" y="1349621"/>
            <a:ext cx="198519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Start: 15.04.2026</a:t>
            </a:r>
          </a:p>
          <a:p>
            <a:r>
              <a:rPr lang="en-US"/>
              <a:t>End: 19.04.2026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1815DD04-424F-324F-CE85-4527E70BC20D}"/>
              </a:ext>
            </a:extLst>
          </p:cNvPr>
          <p:cNvSpPr txBox="1"/>
          <p:nvPr/>
        </p:nvSpPr>
        <p:spPr>
          <a:xfrm>
            <a:off x="9936715" y="3419961"/>
            <a:ext cx="1985194" cy="646331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Start: 20.04.2026</a:t>
            </a:r>
          </a:p>
          <a:p>
            <a:r>
              <a:rPr lang="en-US"/>
              <a:t>End: 25.04.2026</a:t>
            </a:r>
          </a:p>
        </p:txBody>
      </p: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CA3F90CB-561C-EB64-8AA1-10B8130087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04762" y="700177"/>
            <a:ext cx="569344" cy="583722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2C5CA030-D5FC-1F0C-1011-0F5EF39E4B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3781" y="628290"/>
            <a:ext cx="569344" cy="583722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D3DA5BDF-523C-F953-1D9F-9A21C18E8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3781" y="2842403"/>
            <a:ext cx="569344" cy="583722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10FE8070-299C-0E45-A838-D4190E6786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3780" y="4912742"/>
            <a:ext cx="569344" cy="58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59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9F49-8142-8583-63A3-37B9F1BC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9B9B83-82DC-945F-03D4-57269734B01B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   WORKFLOW</a:t>
            </a:r>
          </a:p>
        </p:txBody>
      </p:sp>
      <p:pic>
        <p:nvPicPr>
          <p:cNvPr id="19" name="Picture 18" descr="A diagram of a code&#10;&#10;AI-generated content may be incorrect.">
            <a:extLst>
              <a:ext uri="{FF2B5EF4-FFF2-40B4-BE49-F238E27FC236}">
                <a16:creationId xmlns:a16="http://schemas.microsoft.com/office/drawing/2014/main" id="{C3F4DB30-7F98-188E-5745-BE1BF307B4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2" r="-118" b="6590"/>
          <a:stretch>
            <a:fillRect/>
          </a:stretch>
        </p:blipFill>
        <p:spPr>
          <a:xfrm>
            <a:off x="0" y="1090929"/>
            <a:ext cx="12206398" cy="529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94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71B13-C905-3A84-1661-2AA2DC4D8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F92DD5-5491-3B3F-71B8-92A4CC412716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   WORKFLOW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CA24D4-D2B5-D6A6-7CDC-3A6C51721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47" r="-118" b="8403"/>
          <a:stretch>
            <a:fillRect/>
          </a:stretch>
        </p:blipFill>
        <p:spPr>
          <a:xfrm>
            <a:off x="3239" y="1207698"/>
            <a:ext cx="12199912" cy="507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7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150D9-F1DF-21E1-E535-EBE7DCD7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82A845-CCE2-8676-0C59-896922EA837A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tx1"/>
                </a:solidFill>
                <a:ea typeface="+mn-lt"/>
                <a:cs typeface="+mn-lt"/>
              </a:rPr>
              <a:t>Phase 1: Requirement Analysis 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D4C25D-9782-297B-B891-2260C1BFD249}"/>
              </a:ext>
            </a:extLst>
          </p:cNvPr>
          <p:cNvSpPr txBox="1"/>
          <p:nvPr/>
        </p:nvSpPr>
        <p:spPr>
          <a:xfrm>
            <a:off x="9014604" y="64697"/>
            <a:ext cx="2070342" cy="461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/>
              </a:rPr>
              <a:t>   </a:t>
            </a:r>
            <a:r>
              <a:rPr lang="en-US" sz="2400" baseline="0">
                <a:solidFill>
                  <a:srgbClr val="FFFFFF"/>
                </a:solidFill>
                <a:latin typeface="Aptos"/>
              </a:rPr>
              <a:t>Completed</a:t>
            </a:r>
            <a:endParaRPr lang="en-US" sz="2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5B3CAE-6041-80B8-90F9-EEEB5EC95733}"/>
              </a:ext>
            </a:extLst>
          </p:cNvPr>
          <p:cNvSpPr/>
          <p:nvPr/>
        </p:nvSpPr>
        <p:spPr>
          <a:xfrm>
            <a:off x="438069" y="889928"/>
            <a:ext cx="11321142" cy="13373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Scope</a:t>
            </a:r>
            <a:endParaRPr lang="en-US" sz="2400">
              <a:solidFill>
                <a:schemeClr val="bg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Sonar compliance for Java Spring Boot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Focus on security, code quality, and best practices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76E44B-551C-0977-7E6C-7C4ADAA074D4}"/>
              </a:ext>
            </a:extLst>
          </p:cNvPr>
          <p:cNvSpPr/>
          <p:nvPr/>
        </p:nvSpPr>
        <p:spPr>
          <a:xfrm>
            <a:off x="433962" y="2456473"/>
            <a:ext cx="11329651" cy="194387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Supported language</a:t>
            </a:r>
            <a:endParaRPr lang="en-US" sz="2400">
              <a:solidFill>
                <a:schemeClr val="bg1"/>
              </a:solidFill>
            </a:endParaRPr>
          </a:p>
          <a:p>
            <a:pPr marL="2857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Java</a:t>
            </a:r>
          </a:p>
          <a:p>
            <a:pPr marL="2857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Target: Spring Boot project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71129A-CA96-93F7-2668-7ED25BF8482F}"/>
              </a:ext>
            </a:extLst>
          </p:cNvPr>
          <p:cNvSpPr/>
          <p:nvPr/>
        </p:nvSpPr>
        <p:spPr>
          <a:xfrm>
            <a:off x="433961" y="4728096"/>
            <a:ext cx="11329651" cy="19438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>
                <a:solidFill>
                  <a:schemeClr val="bg1"/>
                </a:solidFill>
              </a:rPr>
              <a:t>CI/CD integration</a:t>
            </a:r>
            <a:endParaRPr lang="en-US" sz="2400" dirty="0">
              <a:solidFill>
                <a:schemeClr val="bg1"/>
              </a:solidFill>
            </a:endParaRPr>
          </a:p>
          <a:p>
            <a:pPr marL="228600" lvl="1" indent="-228600">
              <a:buFont typeface="Arial,Sans-Serif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 </a:t>
            </a:r>
            <a:r>
              <a:rPr lang="en-US" sz="2400" dirty="0" err="1">
                <a:solidFill>
                  <a:schemeClr val="bg1"/>
                </a:solidFill>
              </a:rPr>
              <a:t>SonarCloud</a:t>
            </a:r>
            <a:r>
              <a:rPr lang="en-US" sz="2400" dirty="0">
                <a:solidFill>
                  <a:schemeClr val="bg1"/>
                </a:solidFill>
              </a:rPr>
              <a:t> API to fetch issues</a:t>
            </a:r>
          </a:p>
          <a:p>
            <a:pPr marL="228600" lvl="1" indent="-22860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Build backend endpoints for automation</a:t>
            </a:r>
            <a:endParaRPr lang="en-US" sz="2400" dirty="0">
              <a:solidFill>
                <a:schemeClr val="bg1"/>
              </a:solidFill>
            </a:endParaRPr>
          </a:p>
          <a:p>
            <a:pPr marL="228600" lvl="1" indent="-22860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Plan future GitHub Actions / deployment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686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6883-0125-2A8F-4142-A17A3D2B6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FFD951-59C7-97BC-34BE-54D14C7BE882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Phase 2: Environment</a:t>
            </a:r>
            <a:r>
              <a:rPr lang="en-US" sz="4000" b="1">
                <a:solidFill>
                  <a:schemeClr val="tx1"/>
                </a:solidFill>
                <a:ea typeface="+mn-lt"/>
                <a:cs typeface="+mn-lt"/>
              </a:rPr>
              <a:t> Setup</a:t>
            </a:r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4E42C-BC2E-5C77-8FCE-2E6D3BF7E3B7}"/>
              </a:ext>
            </a:extLst>
          </p:cNvPr>
          <p:cNvSpPr txBox="1"/>
          <p:nvPr/>
        </p:nvSpPr>
        <p:spPr>
          <a:xfrm>
            <a:off x="9014604" y="64697"/>
            <a:ext cx="2070342" cy="461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/>
              </a:rPr>
              <a:t>   </a:t>
            </a:r>
            <a:r>
              <a:rPr lang="en-US" sz="2400" baseline="0">
                <a:solidFill>
                  <a:srgbClr val="FFFFFF"/>
                </a:solidFill>
                <a:latin typeface="Aptos"/>
              </a:rPr>
              <a:t>Completed</a:t>
            </a:r>
            <a:endParaRPr lang="en-US" sz="2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3789BE-FE9C-7043-C872-31C2A69FE930}"/>
              </a:ext>
            </a:extLst>
          </p:cNvPr>
          <p:cNvSpPr/>
          <p:nvPr/>
        </p:nvSpPr>
        <p:spPr>
          <a:xfrm>
            <a:off x="197175" y="995265"/>
            <a:ext cx="11827577" cy="29429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Courier New,monospace"/>
              <a:buChar char="o"/>
            </a:pPr>
            <a:r>
              <a:rPr lang="en-US" sz="2800" dirty="0">
                <a:solidFill>
                  <a:schemeClr val="bg1"/>
                </a:solidFill>
              </a:rPr>
              <a:t>Set up </a:t>
            </a:r>
            <a:r>
              <a:rPr lang="en-US" sz="2800" dirty="0" err="1">
                <a:solidFill>
                  <a:schemeClr val="bg1"/>
                </a:solidFill>
              </a:rPr>
              <a:t>SonarCloud</a:t>
            </a:r>
            <a:r>
              <a:rPr lang="en-US" sz="2800" dirty="0">
                <a:solidFill>
                  <a:schemeClr val="bg1"/>
                </a:solidFill>
              </a:rPr>
              <a:t>/SonarQube access and project token</a:t>
            </a:r>
          </a:p>
          <a:p>
            <a:pPr marL="457200" indent="-457200">
              <a:buFont typeface="Courier New,monospace"/>
              <a:buChar char="o"/>
            </a:pPr>
            <a:r>
              <a:rPr lang="en-US" sz="2800" dirty="0">
                <a:solidFill>
                  <a:schemeClr val="bg1"/>
                </a:solidFill>
              </a:rPr>
              <a:t>Configure backend environment (</a:t>
            </a:r>
            <a:r>
              <a:rPr lang="en-US" sz="2800" dirty="0" err="1">
                <a:solidFill>
                  <a:schemeClr val="bg1"/>
                </a:solidFill>
                <a:latin typeface="Consolas"/>
              </a:rPr>
              <a:t>venv</a:t>
            </a:r>
            <a:r>
              <a:rPr lang="en-US" sz="2800" dirty="0">
                <a:solidFill>
                  <a:schemeClr val="bg1"/>
                </a:solidFill>
              </a:rPr>
              <a:t>, requirements, </a:t>
            </a:r>
            <a:r>
              <a:rPr lang="en-US" sz="2800" dirty="0" err="1">
                <a:solidFill>
                  <a:schemeClr val="bg1"/>
                </a:solidFill>
              </a:rPr>
              <a:t>FastAPI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Courier New,monospace"/>
              <a:buChar char="o"/>
            </a:pPr>
            <a:r>
              <a:rPr lang="en-US" sz="2800">
                <a:solidFill>
                  <a:schemeClr val="bg1"/>
                </a:solidFill>
              </a:rPr>
              <a:t>Set up MongoDB for prompt and issue storage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Courier New,monospace"/>
              <a:buChar char="o"/>
            </a:pPr>
            <a:r>
              <a:rPr lang="en-US" sz="2800">
                <a:solidFill>
                  <a:schemeClr val="bg1"/>
                </a:solidFill>
              </a:rPr>
              <a:t>Target: Java Spring Boot sample app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Courier New,monospace"/>
              <a:buChar char="o"/>
            </a:pPr>
            <a:r>
              <a:rPr lang="en-US" sz="2800" dirty="0">
                <a:solidFill>
                  <a:schemeClr val="bg1"/>
                </a:solidFill>
              </a:rPr>
              <a:t>Verify with initial issue fetch and fix generation</a:t>
            </a:r>
          </a:p>
          <a:p>
            <a:pPr marL="457200" indent="-457200">
              <a:buFont typeface="Courier New,monospace"/>
              <a:buChar char="o"/>
            </a:pPr>
            <a:r>
              <a:rPr lang="en-US" sz="2800">
                <a:solidFill>
                  <a:schemeClr val="bg1"/>
                </a:solidFill>
              </a:rPr>
              <a:t>Keep tokens secure and document scan/run commands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448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70366-A27C-80BB-2301-9211F71EF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C753AD-B7F5-BCF8-9697-CC81B25C385E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Phase 3: Code Scanning </a:t>
            </a:r>
            <a:r>
              <a:rPr lang="en-US" sz="4000" b="1">
                <a:solidFill>
                  <a:schemeClr val="tx1"/>
                </a:solidFill>
                <a:ea typeface="+mn-lt"/>
                <a:cs typeface="+mn-lt"/>
              </a:rPr>
              <a:t>Integration</a:t>
            </a:r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A3E8A-6EDE-FB02-3580-98911FC12465}"/>
              </a:ext>
            </a:extLst>
          </p:cNvPr>
          <p:cNvSpPr txBox="1"/>
          <p:nvPr/>
        </p:nvSpPr>
        <p:spPr>
          <a:xfrm>
            <a:off x="9014604" y="64697"/>
            <a:ext cx="2070342" cy="461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/>
              </a:rPr>
              <a:t>   </a:t>
            </a:r>
            <a:r>
              <a:rPr lang="en-US" sz="2400" baseline="0">
                <a:solidFill>
                  <a:srgbClr val="FFFFFF"/>
                </a:solidFill>
                <a:latin typeface="Aptos"/>
              </a:rPr>
              <a:t>Completed</a:t>
            </a:r>
            <a:endParaRPr lang="en-US" sz="2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88240C-AF48-47FA-2098-BF7065781BB6}"/>
              </a:ext>
            </a:extLst>
          </p:cNvPr>
          <p:cNvSpPr/>
          <p:nvPr/>
        </p:nvSpPr>
        <p:spPr>
          <a:xfrm>
            <a:off x="182798" y="822738"/>
            <a:ext cx="11827577" cy="4495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742950" lvl="1" indent="-285750">
              <a:spcAft>
                <a:spcPts val="100"/>
              </a:spcAft>
              <a:buFont typeface="Arial,Sans-Serif"/>
              <a:buChar char="•"/>
            </a:pPr>
            <a:r>
              <a:rPr lang="en-US" sz="2800">
                <a:solidFill>
                  <a:schemeClr val="bg1"/>
                </a:solidFill>
              </a:rPr>
              <a:t>Integrate SonarQube into the CI/CD workflow so scans run automatically with each change.</a:t>
            </a:r>
          </a:p>
          <a:p>
            <a:pPr marL="742950" lvl="1" indent="-285750">
              <a:spcAft>
                <a:spcPts val="100"/>
              </a:spcAft>
              <a:buFont typeface="Arial,Sans-Serif"/>
              <a:buChar char="•"/>
            </a:pPr>
            <a:r>
              <a:rPr lang="en-US" sz="2800">
                <a:solidFill>
                  <a:schemeClr val="bg1"/>
                </a:solidFill>
              </a:rPr>
              <a:t>Use Jenkins, GitHub Actions, or similar pipeline tools to orchestrate analysis steps.</a:t>
            </a:r>
          </a:p>
          <a:p>
            <a:pPr marL="742950" lvl="1" indent="-285750">
              <a:spcAft>
                <a:spcPts val="100"/>
              </a:spcAft>
              <a:buFont typeface="Arial,Sans-Serif"/>
              <a:buChar char="•"/>
            </a:pPr>
            <a:r>
              <a:rPr lang="en-US" sz="2800">
                <a:solidFill>
                  <a:schemeClr val="bg1"/>
                </a:solidFill>
              </a:rPr>
              <a:t>Configure scanning to execute before the build </a:t>
            </a:r>
            <a:r>
              <a:rPr lang="en-US" sz="2800">
                <a:solidFill>
                  <a:schemeClr val="bg1"/>
                </a:solidFill>
                <a:latin typeface="Aptos"/>
              </a:rPr>
              <a:t>step</a:t>
            </a:r>
            <a:r>
              <a:rPr lang="en-US" sz="2800">
                <a:solidFill>
                  <a:schemeClr val="bg1"/>
                </a:solidFill>
              </a:rPr>
              <a:t>, catching issues early in the development cycle.</a:t>
            </a:r>
          </a:p>
          <a:p>
            <a:pPr marL="742950" lvl="1" indent="-285750">
              <a:spcAft>
                <a:spcPts val="100"/>
              </a:spcAft>
              <a:buFont typeface="Arial,Sans-Serif"/>
              <a:buChar char="•"/>
            </a:pPr>
            <a:r>
              <a:rPr lang="en-US" sz="2800">
                <a:solidFill>
                  <a:schemeClr val="bg1"/>
                </a:solidFill>
              </a:rPr>
              <a:t>Enforce quality gates and block merges when critical issues are detected.</a:t>
            </a:r>
          </a:p>
          <a:p>
            <a:pPr marL="742950" lvl="1" indent="-285750">
              <a:spcAft>
                <a:spcPts val="100"/>
              </a:spcAft>
              <a:buFont typeface="Arial,Sans-Serif"/>
              <a:buChar char="•"/>
            </a:pPr>
            <a:r>
              <a:rPr lang="en-US" sz="2800">
                <a:solidFill>
                  <a:schemeClr val="bg1"/>
                </a:solidFill>
              </a:rPr>
              <a:t>Capture scan results in the pipeline for feedback to developers and traceability.</a:t>
            </a:r>
          </a:p>
        </p:txBody>
      </p:sp>
    </p:spTree>
    <p:extLst>
      <p:ext uri="{BB962C8B-B14F-4D97-AF65-F5344CB8AC3E}">
        <p14:creationId xmlns:p14="http://schemas.microsoft.com/office/powerpoint/2010/main" val="3924462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1DB54-BBBE-47E5-DA99-B7D71F918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A68511-EEC0-FCD5-51A8-61301B2C8FE0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Phase 4: SONAR </a:t>
            </a:r>
            <a:r>
              <a:rPr lang="en-US" sz="4000" b="1">
                <a:solidFill>
                  <a:schemeClr val="tx1"/>
                </a:solidFill>
                <a:ea typeface="+mn-lt"/>
                <a:cs typeface="+mn-lt"/>
              </a:rPr>
              <a:t>Rule Engine</a:t>
            </a:r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A692EE-7B3D-38F9-65C6-AE260B7ECCE6}"/>
              </a:ext>
            </a:extLst>
          </p:cNvPr>
          <p:cNvSpPr txBox="1"/>
          <p:nvPr/>
        </p:nvSpPr>
        <p:spPr>
          <a:xfrm>
            <a:off x="9014604" y="64697"/>
            <a:ext cx="2070342" cy="461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/>
              </a:rPr>
              <a:t>   </a:t>
            </a:r>
            <a:r>
              <a:rPr lang="en-US" sz="2400" baseline="0">
                <a:solidFill>
                  <a:srgbClr val="FFFFFF"/>
                </a:solidFill>
                <a:latin typeface="Aptos"/>
              </a:rPr>
              <a:t>Completed</a:t>
            </a:r>
            <a:endParaRPr lang="en-US" sz="2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2876F3-F29D-3E18-005E-9009B620BB3F}"/>
              </a:ext>
            </a:extLst>
          </p:cNvPr>
          <p:cNvSpPr/>
          <p:nvPr/>
        </p:nvSpPr>
        <p:spPr>
          <a:xfrm>
            <a:off x="154043" y="765229"/>
            <a:ext cx="11899463" cy="15914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457200"/>
            <a:r>
              <a:rPr lang="en-US" sz="2400" b="1">
                <a:solidFill>
                  <a:schemeClr val="bg1"/>
                </a:solidFill>
              </a:rPr>
              <a:t>Extract</a:t>
            </a:r>
            <a:r>
              <a:rPr lang="en-US" sz="2400">
                <a:solidFill>
                  <a:schemeClr val="bg1"/>
                </a:solidFill>
              </a:rPr>
              <a:t>:</a:t>
            </a:r>
            <a:endParaRPr lang="en-US"/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Collect Sonar findings from code analysis, including bugs, vulnerabilities, and code smells.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Capture detailed issue metadata such as rule identifiers and affected files.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AB45E4-5609-7A69-B9D3-AA457BBA3130}"/>
              </a:ext>
            </a:extLst>
          </p:cNvPr>
          <p:cNvSpPr/>
          <p:nvPr/>
        </p:nvSpPr>
        <p:spPr>
          <a:xfrm>
            <a:off x="187787" y="4004534"/>
            <a:ext cx="11894181" cy="12408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Categorize</a:t>
            </a:r>
            <a:r>
              <a:rPr lang="en-US" sz="240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Assign severity tiers to issues: low, medium, high.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Prioritize remediation based on impact and risk level.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8589C2-0E4D-F52A-E95E-A7070B616D92}"/>
              </a:ext>
            </a:extLst>
          </p:cNvPr>
          <p:cNvSpPr/>
          <p:nvPr/>
        </p:nvSpPr>
        <p:spPr>
          <a:xfrm>
            <a:off x="187786" y="5427892"/>
            <a:ext cx="11894181" cy="124085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Enable</a:t>
            </a:r>
            <a:r>
              <a:rPr lang="en-US" sz="240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Use rule-based classification to drive focused fix recommendations.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Allow filtering and reporting by issue category and severity.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48E0A1-2D8F-D7B5-D1B0-924F641FCF14}"/>
              </a:ext>
            </a:extLst>
          </p:cNvPr>
          <p:cNvSpPr/>
          <p:nvPr/>
        </p:nvSpPr>
        <p:spPr>
          <a:xfrm>
            <a:off x="187785" y="2581174"/>
            <a:ext cx="11894181" cy="124085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Map</a:t>
            </a:r>
            <a:r>
              <a:rPr lang="en-US" sz="2400">
                <a:solidFill>
                  <a:schemeClr val="bg1"/>
                </a:solidFill>
              </a:rPr>
              <a:t>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Link each issue to the corresponding Sonar rule or coding standard.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 rule mapping to determine the remediation strategy and fix template.</a:t>
            </a:r>
          </a:p>
        </p:txBody>
      </p:sp>
    </p:spTree>
    <p:extLst>
      <p:ext uri="{BB962C8B-B14F-4D97-AF65-F5344CB8AC3E}">
        <p14:creationId xmlns:p14="http://schemas.microsoft.com/office/powerpoint/2010/main" val="3070622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33747-F75E-1773-2A7F-662D5F5F4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C5DDF5-0019-0F97-529B-FB3762F25FB0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Phase 5: AI Agent </a:t>
            </a:r>
            <a:r>
              <a:rPr lang="en-US" sz="4000" b="1">
                <a:solidFill>
                  <a:schemeClr val="tx1"/>
                </a:solidFill>
                <a:ea typeface="+mn-lt"/>
                <a:cs typeface="+mn-lt"/>
              </a:rPr>
              <a:t>Development (Core)</a:t>
            </a:r>
            <a:endParaRPr lang="en-US" sz="400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E663B-86D5-84ED-D357-22C040FC570E}"/>
              </a:ext>
            </a:extLst>
          </p:cNvPr>
          <p:cNvSpPr txBox="1"/>
          <p:nvPr/>
        </p:nvSpPr>
        <p:spPr>
          <a:xfrm>
            <a:off x="9014604" y="64697"/>
            <a:ext cx="2070342" cy="461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/>
              </a:rPr>
              <a:t>   </a:t>
            </a:r>
            <a:r>
              <a:rPr lang="en-US" sz="2400" baseline="0">
                <a:solidFill>
                  <a:srgbClr val="FFFFFF"/>
                </a:solidFill>
                <a:latin typeface="Aptos"/>
              </a:rPr>
              <a:t>Completed</a:t>
            </a:r>
            <a:endParaRPr lang="en-US" sz="2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42D9C3-A1B1-9BBD-2BA3-9B369D8EEA6E}"/>
              </a:ext>
            </a:extLst>
          </p:cNvPr>
          <p:cNvSpPr/>
          <p:nvPr/>
        </p:nvSpPr>
        <p:spPr>
          <a:xfrm>
            <a:off x="154043" y="765229"/>
            <a:ext cx="11899463" cy="2813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>
                <a:solidFill>
                  <a:schemeClr val="bg1"/>
                </a:solidFill>
              </a:rPr>
              <a:t>Build AI agent: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Develop the core automation that inspects code and derives remediation actions.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Connect issue data with intelligent fix generation workflows.</a:t>
            </a:r>
            <a:endParaRPr lang="en-US" sz="2400" dirty="0">
              <a:solidFill>
                <a:schemeClr val="bg1"/>
              </a:solidFill>
            </a:endParaRP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Analyze code issues: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Interpret static analysis findings and identify root causes.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Understand code context to recommend precise repairs.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CA8F6F-0ED7-3F03-53F2-ABC4925FF544}"/>
              </a:ext>
            </a:extLst>
          </p:cNvPr>
          <p:cNvSpPr/>
          <p:nvPr/>
        </p:nvSpPr>
        <p:spPr>
          <a:xfrm>
            <a:off x="154042" y="3798851"/>
            <a:ext cx="11899463" cy="28135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Suggest fixes: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Generate actionable patch ideas rather than just flagging problems.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Propose targeted changes for each issue type.</a:t>
            </a: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Use: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Leverage LLMs or code-focused models, either open-source or via API services.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Apply model intelligence to translate issue descriptions into code corrections.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608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8DFDC-794D-DD2F-1EA1-EA509CD28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9F91C0-848F-40DA-F228-B310BB2D0D80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Phase 5: AI Agent </a:t>
            </a:r>
            <a:r>
              <a:rPr lang="en-US" sz="4000" b="1">
                <a:solidFill>
                  <a:schemeClr val="tx1"/>
                </a:solidFill>
                <a:ea typeface="+mn-lt"/>
                <a:cs typeface="+mn-lt"/>
              </a:rPr>
              <a:t>Development (Core)</a:t>
            </a:r>
            <a:endParaRPr lang="en-US" sz="400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85483-5707-D7DD-04D8-75065C8CE17D}"/>
              </a:ext>
            </a:extLst>
          </p:cNvPr>
          <p:cNvSpPr txBox="1"/>
          <p:nvPr/>
        </p:nvSpPr>
        <p:spPr>
          <a:xfrm>
            <a:off x="9014604" y="64697"/>
            <a:ext cx="2070342" cy="461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/>
              </a:rPr>
              <a:t>   </a:t>
            </a:r>
            <a:r>
              <a:rPr lang="en-US" sz="2400" baseline="0">
                <a:solidFill>
                  <a:srgbClr val="FFFFFF"/>
                </a:solidFill>
                <a:latin typeface="Aptos"/>
              </a:rPr>
              <a:t>Completed</a:t>
            </a:r>
            <a:endParaRPr lang="en-US" sz="2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5DB9A4-79A5-0AAC-7EF4-30CE0CB5A9DC}"/>
              </a:ext>
            </a:extLst>
          </p:cNvPr>
          <p:cNvSpPr/>
          <p:nvPr/>
        </p:nvSpPr>
        <p:spPr>
          <a:xfrm>
            <a:off x="154043" y="808361"/>
            <a:ext cx="11899463" cy="2813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>
                <a:solidFill>
                  <a:schemeClr val="bg1"/>
                </a:solidFill>
              </a:rPr>
              <a:t>Example: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Detect and resolve null pointer risks through safer code patterns.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Improve code formatting, consistency, and readability as part of remediation.</a:t>
            </a:r>
            <a:endParaRPr lang="en-US" sz="2400" dirty="0">
              <a:solidFill>
                <a:schemeClr val="bg1"/>
              </a:solidFill>
            </a:endParaRP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Build AI agent: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Develop the core automation that inspects code and derives remediation actions.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Connect issue data with intelligent fix generation workflows.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91D79D-1DAA-098A-06F0-2CF5A3C1E1F4}"/>
              </a:ext>
            </a:extLst>
          </p:cNvPr>
          <p:cNvSpPr/>
          <p:nvPr/>
        </p:nvSpPr>
        <p:spPr>
          <a:xfrm>
            <a:off x="154042" y="3899492"/>
            <a:ext cx="11899463" cy="28135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>
                <a:solidFill>
                  <a:schemeClr val="bg1"/>
                </a:solidFill>
              </a:rPr>
              <a:t>Analyze code issues: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Interpret static analysis findings and identify root causes.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Understand code context to recommend precise repairs.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Suggest fixes: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Generate actionable patch ideas rather than just flagging problems.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Propose targeted changes for each issue type.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670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48658-D482-94BC-2601-31BAFDD5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FAD6ED-DD67-5662-1E29-C8313597B54F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Phase 6: Automated </a:t>
            </a:r>
            <a:r>
              <a:rPr lang="en-US" sz="4000" b="1">
                <a:solidFill>
                  <a:schemeClr val="tx1"/>
                </a:solidFill>
                <a:ea typeface="+mn-lt"/>
                <a:cs typeface="+mn-lt"/>
              </a:rPr>
              <a:t>Code Fixing</a:t>
            </a:r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26973-87B9-E024-7B54-A52C47BB16B3}"/>
              </a:ext>
            </a:extLst>
          </p:cNvPr>
          <p:cNvSpPr txBox="1"/>
          <p:nvPr/>
        </p:nvSpPr>
        <p:spPr>
          <a:xfrm>
            <a:off x="9014604" y="64697"/>
            <a:ext cx="2070342" cy="461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/>
              </a:rPr>
              <a:t>   </a:t>
            </a:r>
            <a:r>
              <a:rPr lang="en-US" sz="2400" baseline="0">
                <a:solidFill>
                  <a:srgbClr val="FFFFFF"/>
                </a:solidFill>
                <a:latin typeface="Aptos"/>
              </a:rPr>
              <a:t>Completed</a:t>
            </a:r>
            <a:endParaRPr lang="en-US" sz="2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E13F07-493D-6678-A767-FD8E22149F28}"/>
              </a:ext>
            </a:extLst>
          </p:cNvPr>
          <p:cNvSpPr/>
          <p:nvPr/>
        </p:nvSpPr>
        <p:spPr>
          <a:xfrm>
            <a:off x="154043" y="1009644"/>
            <a:ext cx="11899463" cy="2813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Use: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Leverage LLMs or code-focused models, either open-source or via API services.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Apply model intelligence to translate issue descriptions into code corrections.</a:t>
            </a:r>
            <a:endParaRPr lang="en-US" sz="2400" dirty="0">
              <a:solidFill>
                <a:schemeClr val="bg1"/>
              </a:solidFill>
            </a:endParaRP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Example: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Detect and resolve null pointer risks through safer code patterns.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Improve code formatting, consistency, and readability as part of remediation.</a:t>
            </a:r>
          </a:p>
        </p:txBody>
      </p:sp>
    </p:spTree>
    <p:extLst>
      <p:ext uri="{BB962C8B-B14F-4D97-AF65-F5344CB8AC3E}">
        <p14:creationId xmlns:p14="http://schemas.microsoft.com/office/powerpoint/2010/main" val="2520201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A49CF-C44B-1B1F-8899-0E68139C9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089E33-FA96-668C-7A7B-25CFEF425C49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Phase 7: Validation</a:t>
            </a:r>
            <a:r>
              <a:rPr lang="en-US" sz="4000" b="1">
                <a:solidFill>
                  <a:schemeClr val="tx1"/>
                </a:solidFill>
                <a:ea typeface="+mn-lt"/>
                <a:cs typeface="+mn-lt"/>
              </a:rPr>
              <a:t> Loop</a:t>
            </a:r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D674B6-4EF1-DE48-A90F-9C15D94A03B7}"/>
              </a:ext>
            </a:extLst>
          </p:cNvPr>
          <p:cNvSpPr txBox="1"/>
          <p:nvPr/>
        </p:nvSpPr>
        <p:spPr>
          <a:xfrm>
            <a:off x="9014604" y="64697"/>
            <a:ext cx="2070342" cy="461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/>
              </a:rPr>
              <a:t>   </a:t>
            </a:r>
            <a:r>
              <a:rPr lang="en-US" sz="2400" baseline="0">
                <a:solidFill>
                  <a:srgbClr val="FFFFFF"/>
                </a:solidFill>
                <a:latin typeface="Aptos"/>
              </a:rPr>
              <a:t>Completed</a:t>
            </a:r>
            <a:endParaRPr lang="en-US" sz="2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3C3D3A-D3DA-BA66-B0A6-640287029EF2}"/>
              </a:ext>
            </a:extLst>
          </p:cNvPr>
          <p:cNvSpPr/>
          <p:nvPr/>
        </p:nvSpPr>
        <p:spPr>
          <a:xfrm>
            <a:off x="110911" y="1110285"/>
            <a:ext cx="11899463" cy="11170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Re-run: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Execute Sonar scan again after applying fixes to validate the changes.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92CBB3-835E-BD01-781A-50958E945CD8}"/>
              </a:ext>
            </a:extLst>
          </p:cNvPr>
          <p:cNvSpPr/>
          <p:nvPr/>
        </p:nvSpPr>
        <p:spPr>
          <a:xfrm>
            <a:off x="115901" y="4004534"/>
            <a:ext cx="11894181" cy="12120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>
                <a:solidFill>
                  <a:schemeClr val="bg1"/>
                </a:solidFill>
              </a:rPr>
              <a:t>Track: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Compare before vs after metrics for issue count, severity, and quality.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Use these metrics to measure effectiveness and guide next iterations.</a:t>
            </a:r>
          </a:p>
          <a:p>
            <a:pPr marL="228600" indent="-228600">
              <a:buFont typeface="Arial,Sans-Serif"/>
              <a:buChar char="•"/>
            </a:pPr>
            <a:endParaRPr lang="en-US" sz="2400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730864-C473-B95F-8CA9-FB9830E1238E}"/>
              </a:ext>
            </a:extLst>
          </p:cNvPr>
          <p:cNvSpPr/>
          <p:nvPr/>
        </p:nvSpPr>
        <p:spPr>
          <a:xfrm>
            <a:off x="115899" y="2451778"/>
            <a:ext cx="11894181" cy="1341495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Ensure</a:t>
            </a:r>
            <a:r>
              <a:rPr lang="en-US" sz="240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Confirm that issue counts drop and severity is lowered.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Verify no new defects are introduced during remediation.</a:t>
            </a:r>
          </a:p>
        </p:txBody>
      </p:sp>
    </p:spTree>
    <p:extLst>
      <p:ext uri="{BB962C8B-B14F-4D97-AF65-F5344CB8AC3E}">
        <p14:creationId xmlns:p14="http://schemas.microsoft.com/office/powerpoint/2010/main" val="1649121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5A2DE-C9D6-0CAF-86E3-1404E52C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0E56CB-E3C6-A2AA-3241-F00F42DCED65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Phase 8: Reporting</a:t>
            </a:r>
            <a:r>
              <a:rPr lang="en-US" sz="4000" b="1">
                <a:solidFill>
                  <a:schemeClr val="tx1"/>
                </a:solidFill>
                <a:ea typeface="+mn-lt"/>
                <a:cs typeface="+mn-lt"/>
              </a:rPr>
              <a:t> &amp; Logging</a:t>
            </a:r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12AAA-93E7-327A-CFF4-1720B03725A0}"/>
              </a:ext>
            </a:extLst>
          </p:cNvPr>
          <p:cNvSpPr txBox="1"/>
          <p:nvPr/>
        </p:nvSpPr>
        <p:spPr>
          <a:xfrm>
            <a:off x="9014604" y="64697"/>
            <a:ext cx="2070342" cy="461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/>
              </a:rPr>
              <a:t>   </a:t>
            </a:r>
            <a:r>
              <a:rPr lang="en-US" sz="2400" baseline="0">
                <a:solidFill>
                  <a:srgbClr val="FFFFFF"/>
                </a:solidFill>
                <a:latin typeface="Aptos"/>
              </a:rPr>
              <a:t>Completed</a:t>
            </a:r>
            <a:endParaRPr lang="en-US" sz="2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6412D4-848F-C112-3294-C85ED7DD3D6D}"/>
              </a:ext>
            </a:extLst>
          </p:cNvPr>
          <p:cNvSpPr/>
          <p:nvPr/>
        </p:nvSpPr>
        <p:spPr>
          <a:xfrm>
            <a:off x="53402" y="1052776"/>
            <a:ext cx="11899463" cy="11170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Generate:</a:t>
            </a:r>
            <a:endParaRPr lang="en-US" sz="240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Produce compliance reports summarizing scan results and remediation activity.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73547C-A6B6-4184-DC5D-834064FB3CFA}"/>
              </a:ext>
            </a:extLst>
          </p:cNvPr>
          <p:cNvSpPr/>
          <p:nvPr/>
        </p:nvSpPr>
        <p:spPr>
          <a:xfrm>
            <a:off x="58391" y="3947025"/>
            <a:ext cx="11894181" cy="12120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Track</a:t>
            </a:r>
            <a:r>
              <a:rPr lang="en-US" sz="2400">
                <a:solidFill>
                  <a:schemeClr val="bg1"/>
                </a:solidFill>
              </a:rPr>
              <a:t>:</a:t>
            </a:r>
            <a:endParaRPr lang="en-US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Capture logs for auditability, timing, and traceability of the remediation process.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932CE1-D866-24B9-DECE-138874BA7F9F}"/>
              </a:ext>
            </a:extLst>
          </p:cNvPr>
          <p:cNvSpPr/>
          <p:nvPr/>
        </p:nvSpPr>
        <p:spPr>
          <a:xfrm>
            <a:off x="58389" y="2394269"/>
            <a:ext cx="11894181" cy="1341495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Include</a:t>
            </a:r>
            <a:r>
              <a:rPr lang="en-US" sz="2400">
                <a:solidFill>
                  <a:schemeClr val="bg1"/>
                </a:solidFill>
              </a:rPr>
              <a:t>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Document issues found, fixes applied, and remaining unresolved issues.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056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428B5-26AF-18BE-BD7D-C6A80B9B0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CEBE17-2F71-7AF8-2B7C-249205FCC196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Phase 9: Dashboard</a:t>
            </a:r>
            <a:r>
              <a:rPr lang="en-US" sz="4000" b="1">
                <a:solidFill>
                  <a:schemeClr val="tx1"/>
                </a:solidFill>
                <a:ea typeface="+mn-lt"/>
                <a:cs typeface="+mn-lt"/>
              </a:rPr>
              <a:t> / UI</a:t>
            </a:r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3E845-4638-5177-0FDA-A67696823BF8}"/>
              </a:ext>
            </a:extLst>
          </p:cNvPr>
          <p:cNvSpPr txBox="1"/>
          <p:nvPr/>
        </p:nvSpPr>
        <p:spPr>
          <a:xfrm>
            <a:off x="9014604" y="64697"/>
            <a:ext cx="2070342" cy="461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/>
              </a:rPr>
              <a:t>   </a:t>
            </a:r>
            <a:r>
              <a:rPr lang="en-US" sz="2400" baseline="0">
                <a:solidFill>
                  <a:srgbClr val="FFFFFF"/>
                </a:solidFill>
                <a:latin typeface="Aptos"/>
              </a:rPr>
              <a:t>Completed</a:t>
            </a:r>
            <a:endParaRPr lang="en-US" sz="2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1DAD83-373E-27DC-FC1D-BF3CB91037A9}"/>
              </a:ext>
            </a:extLst>
          </p:cNvPr>
          <p:cNvSpPr/>
          <p:nvPr/>
        </p:nvSpPr>
        <p:spPr>
          <a:xfrm>
            <a:off x="125289" y="1167794"/>
            <a:ext cx="11956972" cy="1361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Build using: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Use an interactive dashboard / web UI for visibility.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Present scan, fix, and quality data in a consolidated interface.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C2D4ED-FE0B-70F2-3871-3321EABC483D}"/>
              </a:ext>
            </a:extLst>
          </p:cNvPr>
          <p:cNvSpPr/>
          <p:nvPr/>
        </p:nvSpPr>
        <p:spPr>
          <a:xfrm>
            <a:off x="125287" y="2792435"/>
            <a:ext cx="11956972" cy="170650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Display</a:t>
            </a:r>
            <a:r>
              <a:rPr lang="en-US" sz="240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Visualize issue trends over time.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Show fix success rate and remediation effectiveness.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2400">
                <a:solidFill>
                  <a:schemeClr val="bg1"/>
                </a:solidFill>
              </a:rPr>
              <a:t>Present code quality metrics and compliance status.</a:t>
            </a:r>
          </a:p>
        </p:txBody>
      </p:sp>
    </p:spTree>
    <p:extLst>
      <p:ext uri="{BB962C8B-B14F-4D97-AF65-F5344CB8AC3E}">
        <p14:creationId xmlns:p14="http://schemas.microsoft.com/office/powerpoint/2010/main" val="189059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A469C-2E3A-E6FB-5FDF-417D7DDF1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D5AD17-CB6F-A301-5F8D-BB0CA3A9B4BC}"/>
              </a:ext>
            </a:extLst>
          </p:cNvPr>
          <p:cNvSpPr/>
          <p:nvPr/>
        </p:nvSpPr>
        <p:spPr>
          <a:xfrm>
            <a:off x="0" y="0"/>
            <a:ext cx="12192000" cy="5833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chemeClr val="tx1"/>
                </a:solidFill>
              </a:rPr>
              <a:t>Phase 10: Testing </a:t>
            </a:r>
            <a:r>
              <a:rPr lang="en-US" sz="4000" b="1">
                <a:solidFill>
                  <a:schemeClr val="tx1"/>
                </a:solidFill>
                <a:ea typeface="+mn-lt"/>
                <a:cs typeface="+mn-lt"/>
              </a:rPr>
              <a:t>&amp; Evaluation</a:t>
            </a:r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FB093-278F-F1C1-7B26-16CBD0B2E3D2}"/>
              </a:ext>
            </a:extLst>
          </p:cNvPr>
          <p:cNvSpPr txBox="1"/>
          <p:nvPr/>
        </p:nvSpPr>
        <p:spPr>
          <a:xfrm>
            <a:off x="9014604" y="64697"/>
            <a:ext cx="2070342" cy="4616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/>
              </a:rPr>
              <a:t>   </a:t>
            </a:r>
            <a:r>
              <a:rPr lang="en-US" sz="2400" baseline="0">
                <a:solidFill>
                  <a:srgbClr val="FFFFFF"/>
                </a:solidFill>
                <a:latin typeface="Aptos"/>
              </a:rPr>
              <a:t>Completed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54163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7203A86EDFF4191B0D75E07978F17" ma:contentTypeVersion="14" ma:contentTypeDescription="Create a new document." ma:contentTypeScope="" ma:versionID="86b2ed54fb9a3662ee2020b0c3a70c75">
  <xsd:schema xmlns:xsd="http://www.w3.org/2001/XMLSchema" xmlns:xs="http://www.w3.org/2001/XMLSchema" xmlns:p="http://schemas.microsoft.com/office/2006/metadata/properties" xmlns:ns2="0a374212-aaec-4982-814d-8bffcd9c02f5" xmlns:ns3="4ca641cd-4a60-4dcc-ab27-e091de5edc03" targetNamespace="http://schemas.microsoft.com/office/2006/metadata/properties" ma:root="true" ma:fieldsID="8bab53912fc3e12c3e6dfee185b3738e" ns2:_="" ns3:_="">
    <xsd:import namespace="0a374212-aaec-4982-814d-8bffcd9c02f5"/>
    <xsd:import namespace="4ca641cd-4a60-4dcc-ab27-e091de5edc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BillingMetadata" minOccurs="0"/>
                <xsd:element ref="ns2: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74212-aaec-4982-814d-8bffcd9c02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b361eba-3d5d-4651-ac0e-0ffd30b1ff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Date" ma:index="21" nillable="true" ma:displayName="Date" ma:format="DateOnly" ma:internalName="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a641cd-4a60-4dcc-ab27-e091de5edc0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d94b9db-6750-4b75-85a5-5411684bca95}" ma:internalName="TaxCatchAll" ma:showField="CatchAllData" ma:web="4ca641cd-4a60-4dcc-ab27-e091de5edc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a641cd-4a60-4dcc-ab27-e091de5edc03" xsi:nil="true"/>
    <lcf76f155ced4ddcb4097134ff3c332f xmlns="0a374212-aaec-4982-814d-8bffcd9c02f5">
      <Terms xmlns="http://schemas.microsoft.com/office/infopath/2007/PartnerControls"/>
    </lcf76f155ced4ddcb4097134ff3c332f>
    <Date xmlns="0a374212-aaec-4982-814d-8bffcd9c02f5" xsi:nil="true"/>
    <MediaLengthInSeconds xmlns="0a374212-aaec-4982-814d-8bffcd9c02f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65C0B0-8D90-413E-BCA3-7B7342CD6B23}"/>
</file>

<file path=customXml/itemProps2.xml><?xml version="1.0" encoding="utf-8"?>
<ds:datastoreItem xmlns:ds="http://schemas.openxmlformats.org/officeDocument/2006/customXml" ds:itemID="{EF30DD05-630A-4930-B4F5-450B8EA4335C}">
  <ds:schemaRefs>
    <ds:schemaRef ds:uri="0a374212-aaec-4982-814d-8bffcd9c02f5"/>
    <ds:schemaRef ds:uri="4ca641cd-4a60-4dcc-ab27-e091de5edc0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1ED22C3-9F2E-4411-A1C6-0AD95A0D56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17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219</cp:revision>
  <dcterms:created xsi:type="dcterms:W3CDTF">2026-03-26T08:59:31Z</dcterms:created>
  <dcterms:modified xsi:type="dcterms:W3CDTF">2026-04-22T09:28:16Z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0x010100BE77203A86EDFF4191B0D75E07978F17</vt:lpwstr>
  </property>
  <property fmtid="{D5CDD505-2E9C-101B-9397-08002B2CF9AE}" pid="3" name="MediaServiceImageTags">
    <vt:lpwstr/>
  </property>
  <property fmtid="{D5CDD505-2E9C-101B-9397-08002B2CF9AE}" pid="4" name="Order">
    <vt:r8>842900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