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 (Title)
Welcome the panel. Introduce the project: "Shift-Left Compliance Agents is a full-stack DevSecOps automation platform I built during my internship. It automatically detects code quality and security issues, generates AI-powered fixes, applies them via GitHub, and tracks everything on a live dashboard." State the agenda and approximate 15-minute duration.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 (Problem)
Security and compliance bugs are most expensive when caught late. The traditional approach — write code, merge, run CI, get scan report, raise manual ticket, assign developer, fix months later — is slow and error-prone. This project directly addresses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(Shift-Left)
Explain the concept clearly. In traditional dev, security is the last gate before release. Shift-left moves it to build/code time. Concrete example: "Instead of a JIRA ticket raised three weeks after code is merged, the developer sees a fix suggested in a PR the moment their pipeline runs."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4 (Objectives)
Six clear objectives define the project scope. Highlight that this is NOT just a static analysis dashboard — it closes the loop: scan → AI fix → GitHub PR → build validation →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5 (Architecture)
Walk through the flow left to right. "A developer pushes code. GitHub Actions runs CI including SonarCloud scan. When the workflow completes, GitHub sends a webhook POST to our FastAPI backend. The backend authenticates the webhook, pulls issues from SonarCloud, generates fixes via OpenRouter LLM, applies them to a new branch using GitHub APIs, and records everything in MongoDB. The React dashboard polls this data to show live status."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 (Tech Stack)
Briefly justify key choices: FastAPI for async performance and auto-generated OpenAPI docs; MongoDB for flexible document storage of heterogeneous scan/fix data; Vite for fast React dev builds. The panel may ask "why not PostgreSQL?" — answer: issue and fix documents have variable shapes; MongoDB's schema-less model is better suited.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7 (User Workflow)
This is an end-to-end walkthrough of what a developer actually experiences. Emphasize that steps 4–7 are fully automated — after initial setup, the developer just pushes code and sees a fix PR appear. The only manual action is deciding whether to merge the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8 (Backend Architecture)
Walk through the four layers: Routes (HTTP endpoints), Clients (external API callers — SonarCloud and GitHub), Services (business logic — LLM prompt building, fix sanitization, patch application), and Core (config/DB/app setup). This separation of concerns makes each part independently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9 (Webhook)
This is the core automation loop. Key security points: webhook signature verification with HMAC-SHA256 prevents fake calls; GitHub App installation tokens are short-lived and scoped to the repo — we never store user repository passwords. The pipeline duration depends on GitHub Actions and SonarCloud scan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10 (SonarCloud)
We call two SonarCloud endpoints: /api/issues/search (code smells, bugs) and /api/hotspots/search (security hotspots). Each issue has a unique key and component string that maps to the GitHub file path — this mapping is critical for fetching the right code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11 (AI Fix Generation)
Key design decision: the LLM returns JSON, not markdown or prose. This makes the output machine-parseable and allows us to validate every field before any code touches the repository. Also highlight the MongoDB cache — if the same issue appears in the next scan, we reuse the cached fix instead of paying for another LLM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12 (Prompt Engineering)
This is NOT a generic chatbot. The prompt is constructed programmatically from real SonarCloud metadata and actual source code fetched from GitHub. Every prompt includes: the Sonar rule key, the issue message, the exact file path, the affected line number, nearby source code lines, and rule-specific repair guidance. The JSON response format is strictly defined. The panel may ask how you handle hallucinations — answer: if old_code doesn't match the actual source code, the patch is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13 (Code Context)
The backend uses GitHub Contents API to fetch the source file and extracts a window of ~20 lines around the issue line number. This context is embedded directly in the prompt. The backend then does a tolerant match: it normalizes whitespace and tries to find old_code in the actual file before applying any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14 (Safety Rules)
This slide is important for the panel to understand we're not naively running LLM output on a live codebase. The safety layer is implemented in fixes_service.py and github_apply.py. If any rule is violated, the specific change is skipped and logged to MongoDB. The developer can see exactly which patches were applied, which were skipped,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15 (Validation Pipeline)
Six layers of validation act as a defense-in-depth approach. Emphasize: the system doesn't just accept whatever SonarCloud or the LLM returns — every layer independently validates before passing to the next. This makes the pipeline robust to network errors, API changes, and LLM hallucinations.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16 (Frontend)
The frontend is a single-page React app with TypeScript. State management uses React hooks and useEffect polling. Recharts handles analytics visualizations. The diff view renders old/new code side by side with color coding, similar to GitHub's PR diff UI. The PDF export captures the dashboard state using html2canvas and writes it with jsPDF.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17 (Database)
MongoDB was chosen because Sonar issue documents have different shapes depending on the rule type, and fix attempt documents grow as we add new operations. A relational schema would require frequent migrations. The "prompts" collection caches the full LLM prompt per issue key to avoid redundant API calls. Key relationship chain: workspace → sonar_connection → scans → scan_issues → scan_fix_attempts.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18 (Security)
Defense-in-depth: authentication (OAuth + JWT), authorization (installation tokens), transport security (webhook HMAC), storage security (Fernet encryption), and output security (AI gating). A common panel question: "What if someone sends a fake webhook?" — answered by HMAC-SHA256 verification using the GitHub webhook secret stored in our backend 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19 (Demo + Challenges)
Walk through the demo steps in order on a live browser. For the panel: if live demo is not available, show screenshots in order. For challenges: emphasize that the Sonar component → GitHub path mapping was non-trivial (Sonar uses colon-delimited component strings), and that LLM hallucinations required the entire validation pipeline to be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20 (Conclusion)
Close by reiterating the core value proposition: "This platform closes the feedback loop between code scanning and remediation — a developer pushes code, gets an AI-generated fix PR automatically, and can see full analytics on their dashboard. The system treats AI as an assistant with guardrails, not as a trusted code committer." Then open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21 (Viva Q&amp;A Prep)
This slide is for your own preparation — do NOT show it during the main presentation. Review these answers before the viva. For each answer, expand with a specific technical detail from the codebase (e.g., for webhook security, mention webhook.py and the HMAC verification function).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217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Compliance Agents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45059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DevSecOps Automation Platform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294436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Semester Internship Project Review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564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93392" y="345643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34564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LLM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12464" y="345643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3456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Automation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05856" y="34564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05856" y="3456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84848" y="345643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34564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80960" y="34564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3456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480560"/>
            <a:ext cx="8732520" cy="66294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480560"/>
            <a:ext cx="873252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·  Code Scanning  ·  AI Remediation  ·  GitHub Automation  ·  Build Validation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41330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50292" cy="17190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298448"/>
            <a:ext cx="493776" cy="493776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98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4712" y="1234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Issues Found Late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73552" y="126187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2618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2064" y="1627632"/>
            <a:ext cx="3803904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691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post-release cost up to 30× more to fix than at code-time.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" y="20299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scramble under deadline pressure with poor context.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81728" y="1097280"/>
            <a:ext cx="41330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1097280"/>
            <a:ext cx="50292" cy="17190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64608" y="1298448"/>
            <a:ext cx="493776" cy="493776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298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58968" y="1234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Compliance Review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07808" y="126187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07808" y="12618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Review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1627632"/>
            <a:ext cx="3803904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691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wait days for security review cycles before merging code.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0299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CI/CD velocity and delays feature delivery.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2999232"/>
            <a:ext cx="41330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2999232"/>
            <a:ext cx="50292" cy="17190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200400"/>
            <a:ext cx="493776" cy="493776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200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24712" y="31363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Remediation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273552" y="316382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31638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 Guidance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12064" y="3529584"/>
            <a:ext cx="3803904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35935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tools report violations but provide no automated fix.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" y="39319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must manually research and implement each fix.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81728" y="2999232"/>
            <a:ext cx="41330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81728" y="2999232"/>
            <a:ext cx="50292" cy="17190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3200400"/>
            <a:ext cx="493776" cy="493776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200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58968" y="31363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Tooling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7607808" y="316382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07808" y="31638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Silos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46320" y="3529584"/>
            <a:ext cx="3803904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5935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results, fix tickets, and PR workflows live in separate platforms.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39319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creates blind spots and coordination overhead.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Shift-Left Compliance?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114300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984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90472" y="1170432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63624" y="1115568"/>
            <a:ext cx="114300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63624" y="11155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63624" y="12984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Commit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06624" y="1170432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79776" y="1115568"/>
            <a:ext cx="114300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9776" y="11155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79776" y="12984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22776" y="1170432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95928" y="1115568"/>
            <a:ext cx="114300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95928" y="11155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95928" y="12984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38928" y="1170432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12080" y="1115568"/>
            <a:ext cx="11430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11155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12984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55080" y="1170432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28232" y="1115568"/>
            <a:ext cx="114300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11155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28232" y="12984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71232" y="1170432"/>
            <a:ext cx="7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44384" y="1115568"/>
            <a:ext cx="114300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4384" y="11155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44384" y="12984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7472" y="1719072"/>
            <a:ext cx="3639312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17739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Shift checks LEFT (earlier = cheaper)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1719072"/>
            <a:ext cx="242316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17739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found here →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2121408"/>
            <a:ext cx="2788920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7472" y="2121408"/>
            <a:ext cx="50292" cy="2670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064" y="2267712"/>
            <a:ext cx="420624" cy="4206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05840" y="22860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93776" y="2697480"/>
            <a:ext cx="248716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" y="2761488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gates at staging or just before release. Issues surface late, context is lost, fixes are rushed and expensive.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91840" y="2121408"/>
            <a:ext cx="2788920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91840" y="2121408"/>
            <a:ext cx="50292" cy="2670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56432" y="2267712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56432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950208" y="22860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Approach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3438144" y="2697480"/>
            <a:ext cx="248716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38144" y="2761488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compliance checks integrated at commit and PR time. Developer fixes issues while context is fresh.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36208" y="2121408"/>
            <a:ext cx="2788920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36208" y="2121408"/>
            <a:ext cx="50292" cy="2670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2267712"/>
            <a:ext cx="420624" cy="42062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⚡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94576" y="22860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6382512" y="2697480"/>
            <a:ext cx="248716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82512" y="2761488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scan → AI fix → GitHub PR created automatically within minutes of a code push. Zero manual tickets.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0292" cy="16642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243584"/>
            <a:ext cx="475488" cy="4754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🔍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60704" y="124358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Scanning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3776" y="1645920"/>
            <a:ext cx="248716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719072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SonarCloud issues on every push via GitHub webhook events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" y="243230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4323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91840" y="1078992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78992"/>
            <a:ext cx="50292" cy="16642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56432" y="1243584"/>
            <a:ext cx="475488" cy="475488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🤖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005072" y="124358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 Generation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38144" y="1645920"/>
            <a:ext cx="248716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1719072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JSON patches using rule-aware, context-rich prompts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38144" y="243230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24323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36208" y="1078992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36208" y="1078992"/>
            <a:ext cx="50292" cy="16642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1243584"/>
            <a:ext cx="475488" cy="47548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🔀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949440" y="124358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Automation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82512" y="1645920"/>
            <a:ext cx="248716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1719072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branch, apply code patch via Contents API, open Pull Request automatically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82512" y="243230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24323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7472" y="2907792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7472" y="2907792"/>
            <a:ext cx="50292" cy="16642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" y="3072384"/>
            <a:ext cx="475488" cy="47548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072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060704" y="307238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93776" y="3474720"/>
            <a:ext cx="248716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" y="3547872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severity breakdown, scan trends, fix rates and PR merge status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3776" y="426110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" y="42611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91840" y="2907792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91840" y="2907792"/>
            <a:ext cx="50292" cy="16642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56432" y="3072384"/>
            <a:ext cx="475488" cy="47548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56432" y="3072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4005072" y="307238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Validation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3438144" y="3474720"/>
            <a:ext cx="248716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38144" y="3547872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Maven build on fix branch; auto-fix imports and logger fields; re-validate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438144" y="426110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38144" y="42611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36208" y="2907792"/>
            <a:ext cx="2788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36208" y="2907792"/>
            <a:ext cx="50292" cy="1664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3072384"/>
            <a:ext cx="475488" cy="47548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3072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🗄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6949440" y="307238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Tracking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6382512" y="3474720"/>
            <a:ext cx="248716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82512" y="3547872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every scan event, issue, fix attempt and PR link in MongoDB collections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382512" y="426110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82512" y="42611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1627632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CI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463040"/>
            <a:ext cx="1444752" cy="274320"/>
          </a:xfrm>
          <a:prstGeom prst="rect">
            <a:avLst/>
          </a:prstGeom>
          <a:solidFill>
            <a:srgbClr val="1E293B">
              <a:alpha val="12000"/>
            </a:srgbClr>
          </a:solidFill>
          <a:ln w="12700">
            <a:solidFill>
              <a:srgbClr val="1E293B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810512"/>
            <a:ext cx="1444752" cy="274320"/>
          </a:xfrm>
          <a:prstGeom prst="rect">
            <a:avLst/>
          </a:prstGeom>
          <a:solidFill>
            <a:srgbClr val="1E293B">
              <a:alpha val="12000"/>
            </a:srgbClr>
          </a:solidFill>
          <a:ln w="12700">
            <a:solidFill>
              <a:srgbClr val="1E293B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1051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157984"/>
            <a:ext cx="1444752" cy="274320"/>
          </a:xfrm>
          <a:prstGeom prst="rect">
            <a:avLst/>
          </a:prstGeom>
          <a:solidFill>
            <a:srgbClr val="1E293B">
              <a:alpha val="12000"/>
            </a:srgbClr>
          </a:solidFill>
          <a:ln w="12700">
            <a:solidFill>
              <a:srgbClr val="1E293B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5798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Scan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75104" y="1664208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148840" y="1115568"/>
            <a:ext cx="1627632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111556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48840" y="1389888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0280" y="1463040"/>
            <a:ext cx="1444752" cy="274320"/>
          </a:xfrm>
          <a:prstGeom prst="rect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58568" y="146304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40280" y="1810512"/>
            <a:ext cx="1444752" cy="274320"/>
          </a:xfrm>
          <a:prstGeom prst="rect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8568" y="181051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Handler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0280" y="2157984"/>
            <a:ext cx="1444752" cy="274320"/>
          </a:xfrm>
          <a:prstGeom prst="rect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58568" y="215798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Layer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76472" y="1664208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950208" y="1115568"/>
            <a:ext cx="1627632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50208" y="111556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Storage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50208" y="1389888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41648" y="1463040"/>
            <a:ext cx="1444752" cy="27432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59936" y="146304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LLM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41648" y="1810512"/>
            <a:ext cx="1444752" cy="27432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2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9936" y="181051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41648" y="2157984"/>
            <a:ext cx="1444752" cy="27432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2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59936" y="215798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1664208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751576" y="1115568"/>
            <a:ext cx="1627632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51576" y="111556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Automation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51576" y="1389888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43016" y="1463040"/>
            <a:ext cx="1444752" cy="27432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61304" y="146304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Creator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43016" y="1810512"/>
            <a:ext cx="1444752" cy="27432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61304" y="181051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API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43016" y="2157984"/>
            <a:ext cx="1444752" cy="27432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61304" y="215798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Handler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79208" y="1664208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7552944" y="1115568"/>
            <a:ext cx="1627632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52944" y="111556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552944" y="1389888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44384" y="1463040"/>
            <a:ext cx="1444752" cy="27432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62672" y="146304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44384" y="1810512"/>
            <a:ext cx="1444752" cy="27432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62672" y="181051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Charts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644384" y="2157984"/>
            <a:ext cx="1444752" cy="27432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62672" y="215798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47472" y="24871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7472" y="2798064"/>
            <a:ext cx="1152144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279806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Push Code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499616" y="2816352"/>
            <a:ext cx="100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600200" y="2798064"/>
            <a:ext cx="1152144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00200" y="279806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 Scan Runs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752344" y="2816352"/>
            <a:ext cx="100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2852928" y="2798064"/>
            <a:ext cx="1152144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52928" y="279806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Webhook Fired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005072" y="2816352"/>
            <a:ext cx="100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105656" y="2798064"/>
            <a:ext cx="1152144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05656" y="279806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Issues Fetched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257800" y="2816352"/>
            <a:ext cx="100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358384" y="2798064"/>
            <a:ext cx="1152144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58384" y="279806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AI Fix Generated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510528" y="2816352"/>
            <a:ext cx="100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611112" y="2798064"/>
            <a:ext cx="1152144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11112" y="279806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Branch + PR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763256" y="2816352"/>
            <a:ext cx="100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863840" y="2798064"/>
            <a:ext cx="1152144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0" y="279806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Dashboard Updated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347472" y="3291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Backend Files: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47472" y="358444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7472" y="358444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444752" y="358444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444752" y="358444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app_factory.py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542032" y="358444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42032" y="358444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webhook.py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639312" y="358444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39312" y="358444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llm_fix.py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736592" y="358444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36592" y="358444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github_apply.py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833872" y="358444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33872" y="358444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fixes_service.py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931152" y="358444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31152" y="358444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sonar.py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8028432" y="3584448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028432" y="358444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github_context.py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41879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0292" cy="1783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243584"/>
            <a:ext cx="475488" cy="4754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60704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0704" y="15179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Developer-facing dashboard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3776" y="1792224"/>
            <a:ext cx="38862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188366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883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10512" y="1883664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0512" y="18836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27248" y="188366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27248" y="1883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" y="226771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26771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10512" y="2267712"/>
            <a:ext cx="93268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10512" y="226771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27248" y="2267712"/>
            <a:ext cx="1179576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27248" y="226771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html2canvas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3776" y="265176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651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18304" y="1078992"/>
            <a:ext cx="41879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18304" y="1078992"/>
            <a:ext cx="50292" cy="1783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82896" y="1243584"/>
            <a:ext cx="475488" cy="475488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⚙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431536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31536" y="15179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and validation engine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64608" y="1792224"/>
            <a:ext cx="38862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64608" y="188366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883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81344" y="188366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81344" y="1883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98080" y="188366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1883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64608" y="226771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22677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81344" y="2267712"/>
            <a:ext cx="932688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81344" y="226771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98080" y="226771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22677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PyJWT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64608" y="2651760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265176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Cryptography/Fernet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7472" y="3017520"/>
            <a:ext cx="41879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47472" y="3017520"/>
            <a:ext cx="50292" cy="1783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2064" y="3182112"/>
            <a:ext cx="475488" cy="47548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🗄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1060704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060704" y="34564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history and audit store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93776" y="3730752"/>
            <a:ext cx="38862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3776" y="382219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" y="38221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810512" y="382219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10512" y="38221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127248" y="3822192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27248" y="38221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93776" y="420624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" y="4206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810512" y="420624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10512" y="4206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127248" y="420624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27248" y="4206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93776" y="4590288"/>
            <a:ext cx="1179576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3776" y="4590288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scan_events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718304" y="3017520"/>
            <a:ext cx="41879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718304" y="3017520"/>
            <a:ext cx="50292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82896" y="3182112"/>
            <a:ext cx="475488" cy="47548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82896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🔌</a:t>
            </a:r>
            <a:endParaRPr lang="en-US" sz="1700" dirty="0"/>
          </a:p>
        </p:txBody>
      </p:sp>
      <p:sp>
        <p:nvSpPr>
          <p:cNvPr id="72" name="Text 70"/>
          <p:cNvSpPr/>
          <p:nvPr/>
        </p:nvSpPr>
        <p:spPr>
          <a:xfrm>
            <a:off x="5431536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5431536" y="34564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DevSecOps ecosystem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864608" y="3730752"/>
            <a:ext cx="38862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64608" y="382219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64608" y="38221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API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181344" y="382219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81344" y="38221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OAuth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498080" y="382219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98080" y="38221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App API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864608" y="4206240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64608" y="420624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Webhooks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181344" y="4206240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81344" y="420624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API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7498080" y="4206240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98080" y="420624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LLM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Workflow — End-to-End Journey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50292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234440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8" dirty="0"/>
          </a:p>
        </p:txBody>
      </p:sp>
      <p:sp>
        <p:nvSpPr>
          <p:cNvPr id="9" name="Text 7"/>
          <p:cNvSpPr/>
          <p:nvPr/>
        </p:nvSpPr>
        <p:spPr>
          <a:xfrm>
            <a:off x="969264" y="124358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OAuth Login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3776" y="171907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 for session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1481328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23744" y="1115568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23744" y="1115568"/>
            <a:ext cx="50292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70048" y="1234440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8" dirty="0"/>
          </a:p>
        </p:txBody>
      </p:sp>
      <p:sp>
        <p:nvSpPr>
          <p:cNvPr id="16" name="Text 14"/>
          <p:cNvSpPr/>
          <p:nvPr/>
        </p:nvSpPr>
        <p:spPr>
          <a:xfrm>
            <a:off x="3145536" y="124358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Workspace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70048" y="171907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GitHub installation + repo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1481328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00016" y="1115568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1115568"/>
            <a:ext cx="50292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23444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8" dirty="0"/>
          </a:p>
        </p:txBody>
      </p:sp>
      <p:sp>
        <p:nvSpPr>
          <p:cNvPr id="23" name="Text 21"/>
          <p:cNvSpPr/>
          <p:nvPr/>
        </p:nvSpPr>
        <p:spPr>
          <a:xfrm>
            <a:off x="5321808" y="124358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SonarCloud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0" y="171907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project key, encrypt token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9984" y="1481328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876288" y="1115568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76288" y="1115568"/>
            <a:ext cx="50292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22592" y="123444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22592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28" dirty="0"/>
          </a:p>
        </p:txBody>
      </p:sp>
      <p:sp>
        <p:nvSpPr>
          <p:cNvPr id="30" name="Text 28"/>
          <p:cNvSpPr/>
          <p:nvPr/>
        </p:nvSpPr>
        <p:spPr>
          <a:xfrm>
            <a:off x="7498080" y="124358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/ Run CI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22592" y="171907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SonarCloud scan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44568" y="2532888"/>
            <a:ext cx="50292" cy="2926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62272" y="27157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76288" y="2926080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76288" y="2926080"/>
            <a:ext cx="5029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22592" y="3044952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22592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28" dirty="0"/>
          </a:p>
        </p:txBody>
      </p:sp>
      <p:sp>
        <p:nvSpPr>
          <p:cNvPr id="38" name="Text 36"/>
          <p:cNvSpPr/>
          <p:nvPr/>
        </p:nvSpPr>
        <p:spPr>
          <a:xfrm>
            <a:off x="7498080" y="305409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022592" y="352958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/webhook/github validated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9984" y="3310128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←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700016" y="2926080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0016" y="2926080"/>
            <a:ext cx="5029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3044952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8" dirty="0"/>
          </a:p>
        </p:txBody>
      </p:sp>
      <p:sp>
        <p:nvSpPr>
          <p:cNvPr id="45" name="Text 43"/>
          <p:cNvSpPr/>
          <p:nvPr/>
        </p:nvSpPr>
        <p:spPr>
          <a:xfrm>
            <a:off x="5321808" y="305409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+ AI Fixes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846320" y="352958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JSON patches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53712" y="3310128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←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2523744" y="2926080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523744" y="2926080"/>
            <a:ext cx="50292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70048" y="3044952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70048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28" dirty="0"/>
          </a:p>
        </p:txBody>
      </p:sp>
      <p:sp>
        <p:nvSpPr>
          <p:cNvPr id="52" name="Text 50"/>
          <p:cNvSpPr/>
          <p:nvPr/>
        </p:nvSpPr>
        <p:spPr>
          <a:xfrm>
            <a:off x="3145536" y="305409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Created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2670048" y="352958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shiftleft/fixes-* opened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377440" y="3310128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←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347472" y="2926080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47472" y="2926080"/>
            <a:ext cx="50292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3776" y="3044952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28" dirty="0"/>
          </a:p>
        </p:txBody>
      </p:sp>
      <p:sp>
        <p:nvSpPr>
          <p:cNvPr id="59" name="Text 57"/>
          <p:cNvSpPr/>
          <p:nvPr/>
        </p:nvSpPr>
        <p:spPr>
          <a:xfrm>
            <a:off x="969264" y="305409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on Dashboard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93776" y="352958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view, analytics, PDF export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 — FastAPI Modules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418795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0292" cy="17739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243584"/>
            <a:ext cx="475488" cy="475488"/>
          </a:xfrm>
          <a:prstGeom prst="ellipse">
            <a:avLst/>
          </a:prstGeom>
          <a:solidFill>
            <a:srgbClr val="1D4ED8">
              <a:alpha val="8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60704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0704" y="151790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endpoint handlers — one file per domain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" y="1810512"/>
            <a:ext cx="38862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190195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90195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webhook.py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0" y="190195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90195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issues.py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63824" y="190195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3824" y="190195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fixes.py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" y="2286000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28600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scans.py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0" y="2286000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28600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workspaces.py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63824" y="2286000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63824" y="228600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auth_github.py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3776" y="2670048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67004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github_install.py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18304" y="1078992"/>
            <a:ext cx="418795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18304" y="1078992"/>
            <a:ext cx="50292" cy="17739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82896" y="1243584"/>
            <a:ext cx="475488" cy="475488"/>
          </a:xfrm>
          <a:prstGeom prst="ellipse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🔌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431536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31536" y="151790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callers — SonarCloud &amp; GitHub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64608" y="1810512"/>
            <a:ext cx="38862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64608" y="190195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90195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sonar.py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99632" y="190195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190195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github_context.py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7472" y="2999232"/>
            <a:ext cx="418795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7472" y="2999232"/>
            <a:ext cx="50292" cy="17739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" y="3163824"/>
            <a:ext cx="475488" cy="475488"/>
          </a:xfrm>
          <a:prstGeom prst="ellipse">
            <a:avLst/>
          </a:prstGeom>
          <a:solidFill>
            <a:srgbClr val="059669">
              <a:alpha val="8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" y="3163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⚙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1060704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60704" y="343814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logic — fix generation, apply, sanitize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3776" y="3730752"/>
            <a:ext cx="38862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" y="382219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" y="38221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llm_fix.py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828800" y="382219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0" y="38221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fixes_service.py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163824" y="382219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63824" y="38221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github_apply.py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18304" y="2999232"/>
            <a:ext cx="418795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18304" y="2999232"/>
            <a:ext cx="50292" cy="17739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82896" y="3163824"/>
            <a:ext cx="475488" cy="475488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82896" y="3163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🏗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5431536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431536" y="343814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bootstrap, config, DB connections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64608" y="3730752"/>
            <a:ext cx="38862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64608" y="382219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64608" y="38221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99632" y="382219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9632" y="38221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db.py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534656" y="382219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34656" y="38221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app_factory.py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Automation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384048" cy="384048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21208" y="1554480"/>
            <a:ext cx="36576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70432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code or opens PR in GitHub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48456" y="1225296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8456" y="12252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384048" cy="384048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28616" y="1554480"/>
            <a:ext cx="36576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1170432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Build + SonarCloud scan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65085" y="1225296"/>
            <a:ext cx="1068019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65085" y="1225296"/>
            <a:ext cx="10680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47472" y="1865376"/>
            <a:ext cx="384048" cy="384048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" y="2249424"/>
            <a:ext cx="36576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1865376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completes → GitHub fires POST /webhook/github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96742" y="1920240"/>
            <a:ext cx="1228954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96742" y="1920240"/>
            <a:ext cx="1228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Event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54880" y="1865376"/>
            <a:ext cx="384048" cy="384048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28616" y="2249424"/>
            <a:ext cx="36576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1865376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verifies HMAC-SHA256 webhook signature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65085" y="1920240"/>
            <a:ext cx="1068019" cy="219456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65085" y="1920240"/>
            <a:ext cx="10680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Security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47472" y="2560320"/>
            <a:ext cx="384048" cy="384048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1208" y="2944368"/>
            <a:ext cx="36576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256032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repo, branch, commit SHA, workflow run ID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99078" y="2615184"/>
            <a:ext cx="826618" cy="219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99078" y="2615184"/>
            <a:ext cx="8266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54880" y="2560320"/>
            <a:ext cx="384048" cy="384048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28616" y="2944368"/>
            <a:ext cx="36576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256032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App installation token obtained (no passwords stored)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55864" y="2615184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55864" y="261518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Auth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47472" y="3255264"/>
            <a:ext cx="384048" cy="384048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21208" y="3639312"/>
            <a:ext cx="36576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3255264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current SonarCloud issues for the mapped project key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77210" y="3310128"/>
            <a:ext cx="1148486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77210" y="3310128"/>
            <a:ext cx="11484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Fetch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54880" y="3255264"/>
            <a:ext cx="384048" cy="384048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28616" y="3639312"/>
            <a:ext cx="36576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30368" y="3255264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AI fixes → LLM returns structured JSON patches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926019" y="3310128"/>
            <a:ext cx="907085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26019" y="3310128"/>
            <a:ext cx="9070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Fix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47472" y="3950208"/>
            <a:ext cx="384048" cy="384048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22960" y="395020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branch shiftleft/fixes-{sha} via GitHub Contents API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648456" y="4005072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48456" y="400507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754880" y="3950208"/>
            <a:ext cx="384048" cy="384048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230368" y="395020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Pull Request with fix summary and Sonar issue links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684618" y="4005072"/>
            <a:ext cx="1148486" cy="21945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84618" y="4005072"/>
            <a:ext cx="11484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47472" y="4645152"/>
            <a:ext cx="384048" cy="384048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22960" y="4645152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events, fix attempts, PR link stored in MongoDB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518611" y="4700016"/>
            <a:ext cx="907085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18611" y="4700016"/>
            <a:ext cx="9070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Stored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Integration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4133088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0292" cy="37673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338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Data Fetched from SonarCloud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" y="1481328"/>
            <a:ext cx="3840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72768"/>
            <a:ext cx="329184" cy="32918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572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code quality issues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17739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rule, message, file, 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212848"/>
            <a:ext cx="329184" cy="32918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2128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 pending review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24140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security rule metadata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852928"/>
            <a:ext cx="329184" cy="32918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852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severity levels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305409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BLOCKER, CRITICAL, MAJOR, MINOR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493008"/>
            <a:ext cx="329184" cy="32918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930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file path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36941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component → GitHub file path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133088"/>
            <a:ext cx="329184" cy="32918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🔑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1330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key scoping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43342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scoped per workspace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078992"/>
            <a:ext cx="4133088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078992"/>
            <a:ext cx="50292" cy="37673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11338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Targeted Java &amp; Security Rules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91456" y="1481328"/>
            <a:ext cx="3840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91456" y="1572768"/>
            <a:ext cx="3840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java:S106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80960" y="1645920"/>
            <a:ext cx="594360" cy="20116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16459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82896" y="18196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SLF4J logger instead of System.out/err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91456" y="2103120"/>
            <a:ext cx="3840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21579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java:S1192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680960" y="2176272"/>
            <a:ext cx="594360" cy="20116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21762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82896" y="23500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duplicate string literals to constant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91456" y="2633472"/>
            <a:ext cx="3840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82896" y="26883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java:S112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680960" y="2706624"/>
            <a:ext cx="594360" cy="20116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27066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82896" y="2880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specific exception, not generic Exception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91456" y="3163824"/>
            <a:ext cx="3840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82896" y="32186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java:S1481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680960" y="3236976"/>
            <a:ext cx="594360" cy="20116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32369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82896" y="34107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unused local variables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91456" y="3694176"/>
            <a:ext cx="3840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82896" y="3749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java:S1172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680960" y="3767328"/>
            <a:ext cx="594360" cy="20116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80960" y="37673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882896" y="39410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unused method parameters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91456" y="4224528"/>
            <a:ext cx="3840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82896" y="4279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javasecurity:S6350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434072" y="4297680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34072" y="42976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882896" y="44714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command injection — security hotspot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 Generation — 8-Step Lifecycle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20299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50292" cy="15727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243584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8" dirty="0"/>
          </a:p>
        </p:txBody>
      </p:sp>
      <p:sp>
        <p:nvSpPr>
          <p:cNvPr id="9" name="Shape 7"/>
          <p:cNvSpPr/>
          <p:nvPr/>
        </p:nvSpPr>
        <p:spPr>
          <a:xfrm>
            <a:off x="1764792" y="126187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D4ED8">
              <a:alpha val="2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4792" y="12618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93776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Issue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202996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Rule, message, severity from SonarCloud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170992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23744" y="1115568"/>
            <a:ext cx="20299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23744" y="1115568"/>
            <a:ext cx="50292" cy="15727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0048" y="1243584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0048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8" dirty="0"/>
          </a:p>
        </p:txBody>
      </p:sp>
      <p:sp>
        <p:nvSpPr>
          <p:cNvPr id="18" name="Shape 16"/>
          <p:cNvSpPr/>
          <p:nvPr/>
        </p:nvSpPr>
        <p:spPr>
          <a:xfrm>
            <a:off x="3941064" y="126187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D4ED8">
              <a:alpha val="2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41064" y="12618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0048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File Path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70048" y="202996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component → GitHub file path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170992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00016" y="1115568"/>
            <a:ext cx="20299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0016" y="1115568"/>
            <a:ext cx="50292" cy="15727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243584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8" dirty="0"/>
          </a:p>
        </p:txBody>
      </p:sp>
      <p:sp>
        <p:nvSpPr>
          <p:cNvPr id="27" name="Shape 25"/>
          <p:cNvSpPr/>
          <p:nvPr/>
        </p:nvSpPr>
        <p:spPr>
          <a:xfrm>
            <a:off x="6117336" y="126187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12618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4632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Code Context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202996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lines around issue from GitHub API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9984" y="170992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876288" y="1115568"/>
            <a:ext cx="20299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76288" y="1115568"/>
            <a:ext cx="50292" cy="15727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22592" y="1243584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22592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28" dirty="0"/>
          </a:p>
        </p:txBody>
      </p:sp>
      <p:sp>
        <p:nvSpPr>
          <p:cNvPr id="36" name="Shape 34"/>
          <p:cNvSpPr/>
          <p:nvPr/>
        </p:nvSpPr>
        <p:spPr>
          <a:xfrm>
            <a:off x="8293608" y="126187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93608" y="12618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022592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22592" y="202996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Rule-specific guidance + JSON format spec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65592" y="2688336"/>
            <a:ext cx="36576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28432" y="28346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76288" y="3035808"/>
            <a:ext cx="20299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76288" y="3035808"/>
            <a:ext cx="50292" cy="1572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22592" y="3163824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22592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28" dirty="0"/>
          </a:p>
        </p:txBody>
      </p:sp>
      <p:sp>
        <p:nvSpPr>
          <p:cNvPr id="46" name="Shape 44"/>
          <p:cNvSpPr/>
          <p:nvPr/>
        </p:nvSpPr>
        <p:spPr>
          <a:xfrm>
            <a:off x="8293608" y="318211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93608" y="31821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022592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LLM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022592" y="395020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returns structured JSON only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729984" y="363016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←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700016" y="3035808"/>
            <a:ext cx="20299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00016" y="3035808"/>
            <a:ext cx="50292" cy="1572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46320" y="3163824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8" dirty="0"/>
          </a:p>
        </p:txBody>
      </p:sp>
      <p:sp>
        <p:nvSpPr>
          <p:cNvPr id="55" name="Shape 53"/>
          <p:cNvSpPr/>
          <p:nvPr/>
        </p:nvSpPr>
        <p:spPr>
          <a:xfrm>
            <a:off x="6117336" y="318211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17336" y="31821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84632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Output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846320" y="395020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fields, op type, old_code match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53712" y="363016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←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2523744" y="3035808"/>
            <a:ext cx="20299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523744" y="3035808"/>
            <a:ext cx="50292" cy="1572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70048" y="3163824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70048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28" dirty="0"/>
          </a:p>
        </p:txBody>
      </p:sp>
      <p:sp>
        <p:nvSpPr>
          <p:cNvPr id="64" name="Shape 62"/>
          <p:cNvSpPr/>
          <p:nvPr/>
        </p:nvSpPr>
        <p:spPr>
          <a:xfrm>
            <a:off x="3941064" y="318211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41064" y="31821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2670048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 MongoDB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2670048" y="395020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repeated LLM calls for same issue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377440" y="363016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←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347472" y="3035808"/>
            <a:ext cx="20299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347472" y="3035808"/>
            <a:ext cx="50292" cy="1572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93776" y="3163824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3776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28" dirty="0"/>
          </a:p>
        </p:txBody>
      </p:sp>
      <p:sp>
        <p:nvSpPr>
          <p:cNvPr id="73" name="Shape 71"/>
          <p:cNvSpPr/>
          <p:nvPr/>
        </p:nvSpPr>
        <p:spPr>
          <a:xfrm>
            <a:off x="1764792" y="318211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764792" y="31821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93776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via GitHub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93776" y="395020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→ patch → PR → build check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Engineering for Sonar Rule Fixes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516636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78992"/>
            <a:ext cx="516636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789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STRUCTURE  (java:S106 example)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4919472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fixing a Java SonarCloud issue.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Rule:     java:S106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Message:  Replace System.out with a logger.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    .../service/UserService.java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Line:     42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Context (lines 38–42):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processUser(String name)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System.out.println("Processing: "+name);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Guidance: Replace with SLF4J logger.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logger field if missing. Add imports.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ONLY valid JSON: { "problem":"...",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"code_changes":[{"op":"replace","line":42,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"old_code":"System.out...","new_code":"logger.info..."}]}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687568" y="1078992"/>
            <a:ext cx="3108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87568" y="1078992"/>
            <a:ext cx="50292" cy="3749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3872" y="1152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Structured JSON?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33872" y="1463040"/>
            <a:ext cx="2798064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33872" y="1554480"/>
            <a:ext cx="274320" cy="2743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81344" y="155448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— no parsing ambiguity or freetext issues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33872" y="2048256"/>
            <a:ext cx="274320" cy="2743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81344" y="204825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(op, file, line, old_code) validated before apply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33872" y="2542032"/>
            <a:ext cx="274320" cy="2743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33872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81344" y="254203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ops: replace, insert_before, insert_after, delete, move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33872" y="3035808"/>
            <a:ext cx="274320" cy="2743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81344" y="303580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or malformed output automatically rejected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33872" y="3529584"/>
            <a:ext cx="274320" cy="2743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33872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81344" y="352958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atomic, traceable patch application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33872" y="4023360"/>
            <a:ext cx="274320" cy="2743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33872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81344" y="402336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is treated as an assistant, not a trusted code committer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CONTEXT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Code Context Matters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413308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0292" cy="3703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170432"/>
            <a:ext cx="402336" cy="402336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0976" y="11887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Code Context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1609344"/>
            <a:ext cx="3840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69164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691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1691640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may hallucinate the wrong class name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" y="2167128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167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" y="2167128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method signature assumed from training 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" y="2642616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642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" y="264261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indentation style used in patch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" y="3118104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118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" y="3118104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import duplicated — causing compile error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" y="3593592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" y="3593592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old_code field doesn't match actual source → patch rejected entirely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" y="406908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069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" y="4069080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is generic and not applicable to the actual repository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1078992"/>
            <a:ext cx="413308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078992"/>
            <a:ext cx="50292" cy="3703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91456" y="1170432"/>
            <a:ext cx="402336" cy="402336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66944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Code Context (our approach)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91456" y="1609344"/>
            <a:ext cx="3840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91456" y="1691640"/>
            <a:ext cx="237744" cy="237744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1691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02352" y="1691640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lines around the issue fetched from GitHub API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91456" y="2167128"/>
            <a:ext cx="237744" cy="237744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1456" y="2167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02352" y="2167128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class name, method signature embedded in prompt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91456" y="2642616"/>
            <a:ext cx="237744" cy="237744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2642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02352" y="264261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old_code matching actual source exactly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91456" y="3118104"/>
            <a:ext cx="237744" cy="237744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91456" y="3118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✓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02352" y="3118104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performs tolerant match (whitespace normalized)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91456" y="3593592"/>
            <a:ext cx="237744" cy="237744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91456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02352" y="3593592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is repository-aware, rule-aware, and context-aware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91456" y="4069080"/>
            <a:ext cx="237744" cy="237744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91456" y="4069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02352" y="4069080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patch has high confidence of success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context makes AI fixes repository-aware, rule-aware, and safer to apply.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Fix Safety Rules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7472" y="104241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is never blindly trusted — every patch passes through a multi-rule safety gate before touching the repository.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89888"/>
            <a:ext cx="50292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527048"/>
            <a:ext cx="457200" cy="4572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2416" y="1508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Constants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" y="1810512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188366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constant already exists in the class scope before inserting. Duplicate field declarations break compilation.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18304" y="138988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8304" y="1389888"/>
            <a:ext cx="50292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82896" y="1527048"/>
            <a:ext cx="457200" cy="4572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13248" y="1508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Fields Inside Methods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64608" y="1810512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88366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fields must be added at class level. Inserting a field declaration inside a method body produces a syntax error.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262432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624328"/>
            <a:ext cx="5029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" y="2761488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2416" y="2743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java.lang Imports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" y="3044952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311810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java.lang is automatically imported by the JVM. Adding explicit imports creates unnecessary warnings.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18304" y="262432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18304" y="2624328"/>
            <a:ext cx="5029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82896" y="2761488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13248" y="2743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Ambiguous Single-Line Patches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64608" y="3044952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11810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old_code matches more than one location in the file, the patch is skipped — wrong-line replacement would corrupt logic.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385876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3858768"/>
            <a:ext cx="50292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" y="3995928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42416" y="39776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old_code Replacement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3776" y="4279392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" y="435254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Tolerant whitespace normalization applied. If old_code cannot be found after normalization, the patch is rejected.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18304" y="385876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18304" y="3858768"/>
            <a:ext cx="50292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82896" y="3995928"/>
            <a:ext cx="457200" cy="4572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82896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↷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413248" y="39776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Unsafe Changes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64608" y="4279392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435254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/ Skipped / Error counters tracked per scan run. Partial failures do not block safe patches from applying.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47472" y="4846320"/>
            <a:ext cx="8449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treated as an assistant — the system gates every change through safety checks before it reaches the repository.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Pipeline — 6-Layer Defense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420624" cy="42062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70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" y="1591056"/>
            <a:ext cx="36576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115568"/>
            <a:ext cx="79187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1115568"/>
            <a:ext cx="45720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1521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Validation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389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Validates: Fetch open issues and hotspots; scope to project key; store severity metadata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0" y="1170432"/>
            <a:ext cx="303580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1170432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Fail: Skip if SonarCloud API unavailable; retry via quality_gate_retries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1792224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9496" y="2212848"/>
            <a:ext cx="36576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1737360"/>
            <a:ext cx="79187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7824" y="1737360"/>
            <a:ext cx="4572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17739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Validation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011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Validates: LLM must return valid JSON with problem, solution, code_changes array; validate op types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0" y="1792224"/>
            <a:ext cx="303580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1792224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Fail: Malformed or missing JSON output is discarded entirely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2414016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9496" y="2834640"/>
            <a:ext cx="36576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2359152"/>
            <a:ext cx="79187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77824" y="2359152"/>
            <a:ext cx="4572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Safety Validation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26334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Validates: old_code must match source (tolerant); Java safety rules applied; ambiguous patches skipped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0" y="2414016"/>
            <a:ext cx="303580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241401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Fail: Unsafe patch logged as SKIPPED with reason; others continue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3035808"/>
            <a:ext cx="420624" cy="420624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9496" y="3456432"/>
            <a:ext cx="36576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2980944"/>
            <a:ext cx="79187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77824" y="2980944"/>
            <a:ext cx="45720" cy="56692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3017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Apply Validation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2552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Validates: Changes applied through GitHub Contents API; applied/skipped/error counters tracked per run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0" y="3035808"/>
            <a:ext cx="303580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42432" y="3035808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Fail: Atomic application prevents partial unsafe state where possible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" y="3657600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39496" y="4078224"/>
            <a:ext cx="36576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" y="3602736"/>
            <a:ext cx="79187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77824" y="3602736"/>
            <a:ext cx="4572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36393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Validation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05840" y="38770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Validates: Clone fix branch; run Maven build; auto-fix missing imports/logger; re-validate after fix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69280" y="3657600"/>
            <a:ext cx="303580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42432" y="3657600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Fail: Build failure triggers low-risk auto-fix attempt then re-run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7472" y="4279392"/>
            <a:ext cx="420624" cy="42062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77824" y="4224528"/>
            <a:ext cx="79187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77824" y="4224528"/>
            <a:ext cx="4572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5840" y="42611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&amp; Dashboard Validation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05840" y="44988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Validates: PR created only when useful changes exist; PR link, number, merge state and scan result tracked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0" y="4279392"/>
            <a:ext cx="303580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42432" y="4279392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Fail: Dashboard shows applied/skipped/error count for every scan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— Feature Panels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0292" cy="1737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225296"/>
            <a:ext cx="420624" cy="420624"/>
          </a:xfrm>
          <a:prstGeom prst="ellipse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123444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Panel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1682496"/>
            <a:ext cx="1792224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55648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issues, active fixes, PR count, severity breakdown by type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523744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52374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OverviewPanel.tsx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42032" y="1078992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1078992"/>
            <a:ext cx="50292" cy="1737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88336" y="1225296"/>
            <a:ext cx="420624" cy="420624"/>
          </a:xfrm>
          <a:prstGeom prst="ellipse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88336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🐛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82112" y="123444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Panel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70048" y="1682496"/>
            <a:ext cx="1792224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0048" y="1755648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list: rule, severity, file path, line number, status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0048" y="2523744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0048" y="252374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IssuePanel.tsx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36592" y="1078992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1078992"/>
            <a:ext cx="50292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82896" y="1225296"/>
            <a:ext cx="420624" cy="420624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🤖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76672" y="123444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 Panel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64608" y="1682496"/>
            <a:ext cx="1792224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755648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LLM-generated fix explanation and code patch per issue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64608" y="2523744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52374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FixPanel.tsx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931152" y="1078992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31152" y="1078992"/>
            <a:ext cx="50292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77456" y="1225296"/>
            <a:ext cx="420624" cy="420624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77456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⟺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571232" y="123444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View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059168" y="1682496"/>
            <a:ext cx="1792224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59168" y="1755648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GitHub-style old/new code comparison with color-coded lines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59168" y="2523744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59168" y="252374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FixPanel.tsx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47472" y="2980944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7472" y="2980944"/>
            <a:ext cx="50292" cy="1737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776" y="3127248"/>
            <a:ext cx="420624" cy="420624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📅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87552" y="3136392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Timeline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5488" y="3584448"/>
            <a:ext cx="1792224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" y="365760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scan history: branch, PR link, build status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" y="4425696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" y="442569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ScansPanel.tsx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42032" y="2980944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542032" y="2980944"/>
            <a:ext cx="50292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88336" y="3127248"/>
            <a:ext cx="420624" cy="420624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88336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📈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3182112" y="3136392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Panel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670048" y="3584448"/>
            <a:ext cx="1792224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70048" y="365760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Recharts: severity trend, fix rate, issue type breakdown over time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670048" y="4425696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70048" y="442569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AnalyticsPanel.tsx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36592" y="2980944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736592" y="2980944"/>
            <a:ext cx="50292" cy="1737360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82896" y="3127248"/>
            <a:ext cx="420624" cy="420624"/>
          </a:xfrm>
          <a:prstGeom prst="ellipse">
            <a:avLst/>
          </a:prstGeom>
          <a:solidFill>
            <a:srgbClr val="0F2D52">
              <a:alpha val="15000"/>
            </a:srgbClr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82896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🔗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5376672" y="3136392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Connect Panel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864608" y="3584448"/>
            <a:ext cx="1792224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64608" y="365760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App installation flow, workspace and repository selection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864608" y="4425696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64608" y="442569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GitHubConnectPanel.tsx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931152" y="2980944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931152" y="2980944"/>
            <a:ext cx="50292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077456" y="3127248"/>
            <a:ext cx="420624" cy="420624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77456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📄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7571232" y="3136392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Export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059168" y="3584448"/>
            <a:ext cx="1792224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59168" y="3657600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html2canvas + jsPDF: one-click export of dashboard scan summary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059168" y="4425696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59168" y="442569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App.tsx (export fn)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MongoDB (12 Collections)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46720" y="502920"/>
            <a:ext cx="749808" cy="3474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50292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Collections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" y="1078992"/>
            <a:ext cx="41879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078992"/>
            <a:ext cx="50292" cy="1207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170432"/>
            <a:ext cx="384048" cy="384048"/>
          </a:xfrm>
          <a:prstGeom prst="ellipse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Identity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3776" y="1499616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" y="1572768"/>
            <a:ext cx="3877056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636776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6367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01952" y="16459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OAuth profile, JWT info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3776" y="1993392"/>
            <a:ext cx="3877056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057400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057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github_app_installations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901952" y="2066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 ID per org/user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18304" y="1078992"/>
            <a:ext cx="418795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18304" y="1078992"/>
            <a:ext cx="50292" cy="1207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82896" y="1170432"/>
            <a:ext cx="384048" cy="384048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58384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Setup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64608" y="1499616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64608" y="1572768"/>
            <a:ext cx="3877056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9472" y="1636776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16367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72784" y="16459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GitHub install mapping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64608" y="1993392"/>
            <a:ext cx="3877056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19472" y="2057400"/>
            <a:ext cx="1828800" cy="219456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057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sonar_connections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72784" y="2066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SonarCloud tokens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7472" y="2953512"/>
            <a:ext cx="4187952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7472" y="2953512"/>
            <a:ext cx="50292" cy="19751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064" y="3044952"/>
            <a:ext cx="384048" cy="384048"/>
          </a:xfrm>
          <a:prstGeom prst="ellipse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87552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Data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93776" y="3374136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" y="3447288"/>
            <a:ext cx="3877056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3511296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5112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901952" y="35204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run metadata + PR link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3776" y="3867912"/>
            <a:ext cx="3877056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3931920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9319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scan_events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901952" y="39410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event log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3776" y="4288536"/>
            <a:ext cx="3877056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435254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3525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scan_issues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901952" y="43616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snapshot per scan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93776" y="4709160"/>
            <a:ext cx="3877056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4773168"/>
            <a:ext cx="210312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4773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quality_gate_retries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901952" y="47823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attempts tracking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18304" y="2953512"/>
            <a:ext cx="4187952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718304" y="2953512"/>
            <a:ext cx="50292" cy="19751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82896" y="3044952"/>
            <a:ext cx="384048" cy="384048"/>
          </a:xfrm>
          <a:prstGeom prst="ellips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82896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358384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Pipeline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4864608" y="3374136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64608" y="3447288"/>
            <a:ext cx="3877056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19472" y="3511296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19472" y="35112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272784" y="35204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issue metadata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64608" y="3867912"/>
            <a:ext cx="3877056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19472" y="393192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19472" y="39319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272784" y="39410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JSON patch records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864608" y="4288536"/>
            <a:ext cx="3877056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19472" y="4352544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19472" y="43525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272784" y="43616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cache per issue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864608" y="4709160"/>
            <a:ext cx="3877056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19472" y="4773168"/>
            <a:ext cx="1828800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19472" y="4773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scan_fix_attempts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272784" y="47823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Applied/skipped/error log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Considerations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4187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0292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243584"/>
            <a:ext cx="438912" cy="43891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43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122529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OAuth 2.0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" y="1554480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627632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via GitHub OAuth 2.0. JWT token issued for frontend session. No passwords stored in the database.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18304" y="1078992"/>
            <a:ext cx="4187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18304" y="1078992"/>
            <a:ext cx="50292" cy="1170432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82896" y="1243584"/>
            <a:ext cx="438912" cy="43891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1243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122529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 Tokens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64608" y="1554480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627632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frontend API calls carry a signed JWT. Backend validates token on protected routes using PyJWT and secret key.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2404872"/>
            <a:ext cx="4187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404872"/>
            <a:ext cx="50292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2569464"/>
            <a:ext cx="438912" cy="43891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2569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4128" y="255117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App Installation Token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" y="2880360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953512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Short-lived, scoped installation tokens used for repo access. No user PATs or passwords stored or transmitted.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18304" y="2404872"/>
            <a:ext cx="4187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18304" y="2404872"/>
            <a:ext cx="50292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82896" y="2569464"/>
            <a:ext cx="438912" cy="43891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2569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94960" y="255117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Signature Verification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64608" y="2880360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953512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incoming webhook POST verified via HMAC-SHA256 using the GitHub webhook secret. Fake calls rejected immediately.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7472" y="3730752"/>
            <a:ext cx="4187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" y="3730752"/>
            <a:ext cx="50292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" y="3895344"/>
            <a:ext cx="438912" cy="43891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" y="3895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24128" y="387705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SonarCloud Token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3776" y="4206240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" y="4279392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SonarCloud tokens encrypted at rest using Fernet (AES-128) before storage. Decrypted only at scan time.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18304" y="3730752"/>
            <a:ext cx="4187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18304" y="3730752"/>
            <a:ext cx="50292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82896" y="3895344"/>
            <a:ext cx="438912" cy="43891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3895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🚧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94960" y="387705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Gating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64608" y="4206240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4279392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code passes through 6-layer validation pipeline. Selected endpoints validate API keys through request headers.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 &amp; Key Challenges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0292" cy="3840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Live Demo Sequence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" y="1463040"/>
            <a:ext cx="40233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554480"/>
            <a:ext cx="201168" cy="20116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54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55448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dashboard → click Login with GitHub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1847088"/>
            <a:ext cx="201168" cy="20116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184708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Complete GitHub OAuth → session JWT issued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2139696"/>
            <a:ext cx="201168" cy="20116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139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13969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Select / create workspace (GitHub installation)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2432304"/>
            <a:ext cx="201168" cy="20116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432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24323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Select GitHub repository to monitor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" y="2724912"/>
            <a:ext cx="201168" cy="20116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724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272491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Connect SonarCloud token and project key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" y="3017520"/>
            <a:ext cx="201168" cy="20116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017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301752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Fetch issues → severity dashboard loads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" y="3310128"/>
            <a:ext cx="201168" cy="20116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331012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Open an individual issue → view details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" y="3602736"/>
            <a:ext cx="201168" cy="20116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602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○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360273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View AI-generated fix and code patch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" y="3895344"/>
            <a:ext cx="201168" cy="20116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895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38953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Show GitHub-style diff preview (old vs new)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" y="4187952"/>
            <a:ext cx="201168" cy="20116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187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418795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Show scan history timeline and PR link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" y="4480560"/>
            <a:ext cx="201168" cy="20116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4480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448056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Export PDF scan report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46320" y="1078992"/>
            <a:ext cx="3950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1078992"/>
            <a:ext cx="50292" cy="3840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74336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Challenges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974336" y="1463040"/>
            <a:ext cx="36393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74336" y="1554480"/>
            <a:ext cx="256032" cy="25603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74336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🔗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03520" y="15544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GitHub repos ↔ SonarCloud project keys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974336" y="1883664"/>
            <a:ext cx="256032" cy="25603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74336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🤖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03520" y="188366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LLM hallucinated or incorrect code patches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974336" y="2212848"/>
            <a:ext cx="256032" cy="25603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74336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☕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03520" y="22128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applying patches without breaking Java code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974336" y="2542032"/>
            <a:ext cx="256032" cy="25603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74336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🔐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03520" y="25420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GitHub App permissions and webhook security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974336" y="2871216"/>
            <a:ext cx="256032" cy="25603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74336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303520" y="287121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dashboard in sync with live scan events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974336" y="3200400"/>
            <a:ext cx="256032" cy="25603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74336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📦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303520" y="320040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imports after auto-fix application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974336" y="3529584"/>
            <a:ext cx="256032" cy="25603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74336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💾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303520" y="352958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duplicate LLM calls via MongoDB prompt cache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841248"/>
            <a:ext cx="8229600" cy="1005840"/>
          </a:xfrm>
          <a:prstGeom prst="rect">
            <a:avLst/>
          </a:prstGeom>
          <a:solidFill>
            <a:srgbClr val="0A1F3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877824"/>
            <a:ext cx="7909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real-world DevSecOps shift-left workflow by connecting code scanning, AI-assisted remediation, GitHub automation, build validation, and dashboard analytics into one integrated system.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5681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322576"/>
            <a:ext cx="2651760" cy="768096"/>
          </a:xfrm>
          <a:prstGeom prst="rect">
            <a:avLst/>
          </a:prstGeom>
          <a:solidFill>
            <a:srgbClr val="0A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1401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4140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(Python, JavaScript, Go)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2322576"/>
            <a:ext cx="2651760" cy="768096"/>
          </a:xfrm>
          <a:prstGeom prst="rect">
            <a:avLst/>
          </a:prstGeom>
          <a:solidFill>
            <a:srgbClr val="0A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241401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04488" y="24140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compliance rule configuration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17336" y="2322576"/>
            <a:ext cx="2651760" cy="768096"/>
          </a:xfrm>
          <a:prstGeom prst="rect">
            <a:avLst/>
          </a:prstGeom>
          <a:solidFill>
            <a:srgbClr val="0A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241401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65976" y="24140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 for teams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236976"/>
            <a:ext cx="2651760" cy="768096"/>
          </a:xfrm>
          <a:prstGeom prst="rect">
            <a:avLst/>
          </a:prstGeom>
          <a:solidFill>
            <a:srgbClr val="0A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2841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3284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CI/CD pipeline and Jira integration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55848" y="3236976"/>
            <a:ext cx="2651760" cy="768096"/>
          </a:xfrm>
          <a:prstGeom prst="rect">
            <a:avLst/>
          </a:prstGeom>
          <a:solidFill>
            <a:srgbClr val="0A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7288" y="332841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04488" y="33284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generation per applied fix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17336" y="3236976"/>
            <a:ext cx="2651760" cy="768096"/>
          </a:xfrm>
          <a:prstGeom prst="rect">
            <a:avLst/>
          </a:prstGeom>
          <a:solidFill>
            <a:srgbClr val="0A1F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332841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65976" y="33284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 workflow before AI fix is applied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4736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PREPARATION ONLY — DO NOT PRESENT  ⚠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PREP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Preparation — Likely Panel Questions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07008"/>
            <a:ext cx="50292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298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not use Dependabot or Renovate?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" y="1664208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7373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Those handle dependency updates only. This targets code-quality and security rule violations inside your own source code.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120700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18304" y="1207008"/>
            <a:ext cx="50292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298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prevent bad AI code from merging?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64608" y="1664208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7373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6-layer validation + PRs require human review. AI never auto-merges. Applied/skipped/error tracked per scan.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44144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441448"/>
            <a:ext cx="50292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5328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SonarCloud API is down?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" y="2898648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29718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Webhook pipeline logs failure; retry logic via quality_gate_retries collection; dashboard shows last-known state.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18304" y="244144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18304" y="2441448"/>
            <a:ext cx="50292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5328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MongoDB over PostgreSQL?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64608" y="2898648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9718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Sonar issues and fix documents have variable schemas per rule type. MongoDB avoids frequent schema migrations.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67588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3675888"/>
            <a:ext cx="50292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37673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webhook security work?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" y="4133088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42062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GitHub signs each POST with HMAC-SHA256. Backend verifies signature using shared webhook secret before processing.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18304" y="367588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18304" y="3675888"/>
            <a:ext cx="50292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7673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this work for Python or JS projects?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64608" y="4133088"/>
            <a:ext cx="3877056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42062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Currently Java-focused (Maven build validation, Java safety rules). Multi-language is the primary future scope item.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Shift-Left Compliance Agents</dc:title>
  <dc:subject>PptxGenJS Presentation</dc:subject>
  <dc:creator>Internship Review</dc:creator>
  <cp:lastModifiedBy>Internship Review</cp:lastModifiedBy>
  <cp:revision>1</cp:revision>
  <dcterms:created xsi:type="dcterms:W3CDTF">2026-05-14T19:15:10Z</dcterms:created>
  <dcterms:modified xsi:type="dcterms:W3CDTF">2026-05-14T19:15:10Z</dcterms:modified>
</cp:coreProperties>
</file>